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D72D85-98A7-4A42-9B0E-6612848F69E4}" type="doc">
      <dgm:prSet loTypeId="urn:microsoft.com/office/officeart/2005/8/layout/matrix3" loCatId="matrix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6F728F4-E362-486F-AB83-244EA59470B5}">
      <dgm:prSet/>
      <dgm:spPr/>
      <dgm:t>
        <a:bodyPr/>
        <a:lstStyle/>
        <a:p>
          <a:r>
            <a:rPr lang="en-US"/>
            <a:t>Repetitive customer queries require human support time</a:t>
          </a:r>
        </a:p>
      </dgm:t>
    </dgm:pt>
    <dgm:pt modelId="{33F3E65B-25A9-4FDE-ACA5-304435D52AF7}" type="parTrans" cxnId="{B0122791-903D-4109-94E3-39CD89749BEF}">
      <dgm:prSet/>
      <dgm:spPr/>
      <dgm:t>
        <a:bodyPr/>
        <a:lstStyle/>
        <a:p>
          <a:endParaRPr lang="en-US"/>
        </a:p>
      </dgm:t>
    </dgm:pt>
    <dgm:pt modelId="{80404FD3-64D5-4F69-A075-C1AB6AD70482}" type="sibTrans" cxnId="{B0122791-903D-4109-94E3-39CD89749BEF}">
      <dgm:prSet/>
      <dgm:spPr/>
      <dgm:t>
        <a:bodyPr/>
        <a:lstStyle/>
        <a:p>
          <a:endParaRPr lang="en-US"/>
        </a:p>
      </dgm:t>
    </dgm:pt>
    <dgm:pt modelId="{0CF4B1BA-7BDC-4D75-87CC-DEB15B448FD6}">
      <dgm:prSet/>
      <dgm:spPr/>
      <dgm:t>
        <a:bodyPr/>
        <a:lstStyle/>
        <a:p>
          <a:r>
            <a:rPr lang="en-US"/>
            <a:t>Many queries are FAQ-based and predictable</a:t>
          </a:r>
        </a:p>
      </dgm:t>
    </dgm:pt>
    <dgm:pt modelId="{294CDB45-AD82-4DEC-8B3F-E2CCD987B396}" type="parTrans" cxnId="{C92B2F65-73CF-4CEA-9E7B-1895AE3CFFF7}">
      <dgm:prSet/>
      <dgm:spPr/>
      <dgm:t>
        <a:bodyPr/>
        <a:lstStyle/>
        <a:p>
          <a:endParaRPr lang="en-US"/>
        </a:p>
      </dgm:t>
    </dgm:pt>
    <dgm:pt modelId="{C67C373C-14DA-4810-862D-3C322DA26429}" type="sibTrans" cxnId="{C92B2F65-73CF-4CEA-9E7B-1895AE3CFFF7}">
      <dgm:prSet/>
      <dgm:spPr/>
      <dgm:t>
        <a:bodyPr/>
        <a:lstStyle/>
        <a:p>
          <a:endParaRPr lang="en-US"/>
        </a:p>
      </dgm:t>
    </dgm:pt>
    <dgm:pt modelId="{5A8DE433-A879-41EA-BD69-E56BB47E5B57}">
      <dgm:prSet/>
      <dgm:spPr/>
      <dgm:t>
        <a:bodyPr/>
        <a:lstStyle/>
        <a:p>
          <a:r>
            <a:rPr lang="en-US"/>
            <a:t>Unanswered questions often go unresolved</a:t>
          </a:r>
        </a:p>
      </dgm:t>
    </dgm:pt>
    <dgm:pt modelId="{E176CB2A-6C54-4927-9910-9C879EECCED8}" type="parTrans" cxnId="{81F60804-7832-4E0D-8839-E464279799F1}">
      <dgm:prSet/>
      <dgm:spPr/>
      <dgm:t>
        <a:bodyPr/>
        <a:lstStyle/>
        <a:p>
          <a:endParaRPr lang="en-US"/>
        </a:p>
      </dgm:t>
    </dgm:pt>
    <dgm:pt modelId="{50C064C1-5518-474A-9C16-614E94BAF4D9}" type="sibTrans" cxnId="{81F60804-7832-4E0D-8839-E464279799F1}">
      <dgm:prSet/>
      <dgm:spPr/>
      <dgm:t>
        <a:bodyPr/>
        <a:lstStyle/>
        <a:p>
          <a:endParaRPr lang="en-US"/>
        </a:p>
      </dgm:t>
    </dgm:pt>
    <dgm:pt modelId="{2D6A00F9-E770-4783-B919-FB63D12F63C9}">
      <dgm:prSet/>
      <dgm:spPr/>
      <dgm:t>
        <a:bodyPr/>
        <a:lstStyle/>
        <a:p>
          <a:r>
            <a:rPr lang="en-US"/>
            <a:t>Need scalable, automated customer support system</a:t>
          </a:r>
        </a:p>
      </dgm:t>
    </dgm:pt>
    <dgm:pt modelId="{4BC79A76-49CA-411C-B207-C6D6A31CC786}" type="parTrans" cxnId="{AA685051-E4C2-4C94-A5CB-05F527341562}">
      <dgm:prSet/>
      <dgm:spPr/>
      <dgm:t>
        <a:bodyPr/>
        <a:lstStyle/>
        <a:p>
          <a:endParaRPr lang="en-US"/>
        </a:p>
      </dgm:t>
    </dgm:pt>
    <dgm:pt modelId="{2EE3776C-AFB9-4D94-B336-82D497A0462B}" type="sibTrans" cxnId="{AA685051-E4C2-4C94-A5CB-05F527341562}">
      <dgm:prSet/>
      <dgm:spPr/>
      <dgm:t>
        <a:bodyPr/>
        <a:lstStyle/>
        <a:p>
          <a:endParaRPr lang="en-US"/>
        </a:p>
      </dgm:t>
    </dgm:pt>
    <dgm:pt modelId="{711408E3-810B-4F11-8E65-3FD4235F0898}" type="pres">
      <dgm:prSet presAssocID="{CED72D85-98A7-4A42-9B0E-6612848F69E4}" presName="matrix" presStyleCnt="0">
        <dgm:presLayoutVars>
          <dgm:chMax val="1"/>
          <dgm:dir/>
          <dgm:resizeHandles val="exact"/>
        </dgm:presLayoutVars>
      </dgm:prSet>
      <dgm:spPr/>
    </dgm:pt>
    <dgm:pt modelId="{30DE2898-97B5-4925-A4AB-9366C693F5B8}" type="pres">
      <dgm:prSet presAssocID="{CED72D85-98A7-4A42-9B0E-6612848F69E4}" presName="diamond" presStyleLbl="bgShp" presStyleIdx="0" presStyleCnt="1"/>
      <dgm:spPr/>
    </dgm:pt>
    <dgm:pt modelId="{DB8279C7-B472-47E0-A7DB-71B759A2A343}" type="pres">
      <dgm:prSet presAssocID="{CED72D85-98A7-4A42-9B0E-6612848F69E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AA55091-DBF3-4930-A8B8-FBAF5F840FA6}" type="pres">
      <dgm:prSet presAssocID="{CED72D85-98A7-4A42-9B0E-6612848F69E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E367055-3765-477A-A239-887FB2C614DD}" type="pres">
      <dgm:prSet presAssocID="{CED72D85-98A7-4A42-9B0E-6612848F69E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D121DED-F9EA-4DCB-A0E5-89AD1F424818}" type="pres">
      <dgm:prSet presAssocID="{CED72D85-98A7-4A42-9B0E-6612848F69E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1F60804-7832-4E0D-8839-E464279799F1}" srcId="{CED72D85-98A7-4A42-9B0E-6612848F69E4}" destId="{5A8DE433-A879-41EA-BD69-E56BB47E5B57}" srcOrd="2" destOrd="0" parTransId="{E176CB2A-6C54-4927-9910-9C879EECCED8}" sibTransId="{50C064C1-5518-474A-9C16-614E94BAF4D9}"/>
    <dgm:cxn modelId="{C92B2F65-73CF-4CEA-9E7B-1895AE3CFFF7}" srcId="{CED72D85-98A7-4A42-9B0E-6612848F69E4}" destId="{0CF4B1BA-7BDC-4D75-87CC-DEB15B448FD6}" srcOrd="1" destOrd="0" parTransId="{294CDB45-AD82-4DEC-8B3F-E2CCD987B396}" sibTransId="{C67C373C-14DA-4810-862D-3C322DA26429}"/>
    <dgm:cxn modelId="{36F2F76D-8EB0-482F-B298-E1A9F24AAF6C}" type="presOf" srcId="{C6F728F4-E362-486F-AB83-244EA59470B5}" destId="{DB8279C7-B472-47E0-A7DB-71B759A2A343}" srcOrd="0" destOrd="0" presId="urn:microsoft.com/office/officeart/2005/8/layout/matrix3"/>
    <dgm:cxn modelId="{AA685051-E4C2-4C94-A5CB-05F527341562}" srcId="{CED72D85-98A7-4A42-9B0E-6612848F69E4}" destId="{2D6A00F9-E770-4783-B919-FB63D12F63C9}" srcOrd="3" destOrd="0" parTransId="{4BC79A76-49CA-411C-B207-C6D6A31CC786}" sibTransId="{2EE3776C-AFB9-4D94-B336-82D497A0462B}"/>
    <dgm:cxn modelId="{B0122791-903D-4109-94E3-39CD89749BEF}" srcId="{CED72D85-98A7-4A42-9B0E-6612848F69E4}" destId="{C6F728F4-E362-486F-AB83-244EA59470B5}" srcOrd="0" destOrd="0" parTransId="{33F3E65B-25A9-4FDE-ACA5-304435D52AF7}" sibTransId="{80404FD3-64D5-4F69-A075-C1AB6AD70482}"/>
    <dgm:cxn modelId="{4A3D5DA3-F07F-4F4F-8930-F9EC803EBAFA}" type="presOf" srcId="{2D6A00F9-E770-4783-B919-FB63D12F63C9}" destId="{9D121DED-F9EA-4DCB-A0E5-89AD1F424818}" srcOrd="0" destOrd="0" presId="urn:microsoft.com/office/officeart/2005/8/layout/matrix3"/>
    <dgm:cxn modelId="{0473AEBA-C120-4633-A63E-646E2314CB72}" type="presOf" srcId="{5A8DE433-A879-41EA-BD69-E56BB47E5B57}" destId="{3E367055-3765-477A-A239-887FB2C614DD}" srcOrd="0" destOrd="0" presId="urn:microsoft.com/office/officeart/2005/8/layout/matrix3"/>
    <dgm:cxn modelId="{8B9628E5-2946-47C1-AAC8-C5B09D5A0343}" type="presOf" srcId="{CED72D85-98A7-4A42-9B0E-6612848F69E4}" destId="{711408E3-810B-4F11-8E65-3FD4235F0898}" srcOrd="0" destOrd="0" presId="urn:microsoft.com/office/officeart/2005/8/layout/matrix3"/>
    <dgm:cxn modelId="{556779E8-92AF-463B-AEDA-A299F5A6B290}" type="presOf" srcId="{0CF4B1BA-7BDC-4D75-87CC-DEB15B448FD6}" destId="{CAA55091-DBF3-4930-A8B8-FBAF5F840FA6}" srcOrd="0" destOrd="0" presId="urn:microsoft.com/office/officeart/2005/8/layout/matrix3"/>
    <dgm:cxn modelId="{01F92EEE-737F-44B4-BB44-BEF1AA37C523}" type="presParOf" srcId="{711408E3-810B-4F11-8E65-3FD4235F0898}" destId="{30DE2898-97B5-4925-A4AB-9366C693F5B8}" srcOrd="0" destOrd="0" presId="urn:microsoft.com/office/officeart/2005/8/layout/matrix3"/>
    <dgm:cxn modelId="{37A0E819-BA0F-4304-9D44-2FA8EE197863}" type="presParOf" srcId="{711408E3-810B-4F11-8E65-3FD4235F0898}" destId="{DB8279C7-B472-47E0-A7DB-71B759A2A343}" srcOrd="1" destOrd="0" presId="urn:microsoft.com/office/officeart/2005/8/layout/matrix3"/>
    <dgm:cxn modelId="{B670C558-0D2B-4337-97B8-9838F1C06777}" type="presParOf" srcId="{711408E3-810B-4F11-8E65-3FD4235F0898}" destId="{CAA55091-DBF3-4930-A8B8-FBAF5F840FA6}" srcOrd="2" destOrd="0" presId="urn:microsoft.com/office/officeart/2005/8/layout/matrix3"/>
    <dgm:cxn modelId="{F89249EE-4825-46FE-AB40-5A3726387D7C}" type="presParOf" srcId="{711408E3-810B-4F11-8E65-3FD4235F0898}" destId="{3E367055-3765-477A-A239-887FB2C614DD}" srcOrd="3" destOrd="0" presId="urn:microsoft.com/office/officeart/2005/8/layout/matrix3"/>
    <dgm:cxn modelId="{78F52629-A513-4884-B989-3C9B7A1EFC9B}" type="presParOf" srcId="{711408E3-810B-4F11-8E65-3FD4235F0898}" destId="{9D121DED-F9EA-4DCB-A0E5-89AD1F42481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718ED9-1724-4F29-A932-7CF5A681D5B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D3DED8-EDD8-47E6-9223-0BF4556FF3FB}">
      <dgm:prSet/>
      <dgm:spPr/>
      <dgm:t>
        <a:bodyPr/>
        <a:lstStyle/>
        <a:p>
          <a:r>
            <a:rPr lang="en-US"/>
            <a:t>Create a chatbot that automatically answers common queries</a:t>
          </a:r>
        </a:p>
      </dgm:t>
    </dgm:pt>
    <dgm:pt modelId="{14BD2B69-DA71-46E3-B7BB-34D5CD118D99}" type="parTrans" cxnId="{85E475DF-141F-4922-BC34-414D67D8179A}">
      <dgm:prSet/>
      <dgm:spPr/>
      <dgm:t>
        <a:bodyPr/>
        <a:lstStyle/>
        <a:p>
          <a:endParaRPr lang="en-US"/>
        </a:p>
      </dgm:t>
    </dgm:pt>
    <dgm:pt modelId="{9AE43F6F-862D-4D0F-A837-372E61D2878F}" type="sibTrans" cxnId="{85E475DF-141F-4922-BC34-414D67D8179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5CC0273-D58D-4F60-9496-C5DD64E52013}">
      <dgm:prSet/>
      <dgm:spPr/>
      <dgm:t>
        <a:bodyPr/>
        <a:lstStyle/>
        <a:p>
          <a:r>
            <a:rPr lang="en-US"/>
            <a:t>Store unanswered questions for admin follow‑up</a:t>
          </a:r>
        </a:p>
      </dgm:t>
    </dgm:pt>
    <dgm:pt modelId="{8021B184-CAF1-4B8C-9D44-A1FD36336F9B}" type="parTrans" cxnId="{CA93BDBB-A147-4C17-B39F-771A5D7EA464}">
      <dgm:prSet/>
      <dgm:spPr/>
      <dgm:t>
        <a:bodyPr/>
        <a:lstStyle/>
        <a:p>
          <a:endParaRPr lang="en-US"/>
        </a:p>
      </dgm:t>
    </dgm:pt>
    <dgm:pt modelId="{2EDE5CB9-6FED-4C53-B811-D5C1A21C896C}" type="sibTrans" cxnId="{CA93BDBB-A147-4C17-B39F-771A5D7EA46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7D0D137-CD19-434F-9E02-8D115F6FB623}">
      <dgm:prSet/>
      <dgm:spPr/>
      <dgm:t>
        <a:bodyPr/>
        <a:lstStyle/>
        <a:p>
          <a:r>
            <a:rPr lang="en-US"/>
            <a:t>Enhance support response efficiency using SQLite database</a:t>
          </a:r>
        </a:p>
      </dgm:t>
    </dgm:pt>
    <dgm:pt modelId="{2CEEAD69-A847-491A-8185-D17D0F3E1DC4}" type="parTrans" cxnId="{57F3F855-8D37-4FBF-955D-C37B65CE9A6B}">
      <dgm:prSet/>
      <dgm:spPr/>
      <dgm:t>
        <a:bodyPr/>
        <a:lstStyle/>
        <a:p>
          <a:endParaRPr lang="en-US"/>
        </a:p>
      </dgm:t>
    </dgm:pt>
    <dgm:pt modelId="{82C20923-0345-4BC0-8CCF-EBC82092CBFF}" type="sibTrans" cxnId="{57F3F855-8D37-4FBF-955D-C37B65CE9A6B}">
      <dgm:prSet phldrT="3" phldr="0"/>
      <dgm:spPr/>
      <dgm:t>
        <a:bodyPr/>
        <a:lstStyle/>
        <a:p>
          <a:endParaRPr lang="en-US"/>
        </a:p>
      </dgm:t>
    </dgm:pt>
    <dgm:pt modelId="{E73375D7-30E8-4085-B2F0-392D1EEB0A18}" type="pres">
      <dgm:prSet presAssocID="{3C718ED9-1724-4F29-A932-7CF5A681D5B3}" presName="Name0" presStyleCnt="0">
        <dgm:presLayoutVars>
          <dgm:dir/>
          <dgm:resizeHandles val="exact"/>
        </dgm:presLayoutVars>
      </dgm:prSet>
      <dgm:spPr/>
    </dgm:pt>
    <dgm:pt modelId="{BD5A43FF-DB08-4FBA-81AE-AF04A432607C}" type="pres">
      <dgm:prSet presAssocID="{3ED3DED8-EDD8-47E6-9223-0BF4556FF3FB}" presName="node" presStyleLbl="node1" presStyleIdx="0" presStyleCnt="3">
        <dgm:presLayoutVars>
          <dgm:bulletEnabled val="1"/>
        </dgm:presLayoutVars>
      </dgm:prSet>
      <dgm:spPr/>
    </dgm:pt>
    <dgm:pt modelId="{30A3FD85-6EAF-4436-B5E8-84A60B94CFF6}" type="pres">
      <dgm:prSet presAssocID="{9AE43F6F-862D-4D0F-A837-372E61D2878F}" presName="sibTrans" presStyleLbl="sibTrans1D1" presStyleIdx="0" presStyleCnt="2"/>
      <dgm:spPr/>
    </dgm:pt>
    <dgm:pt modelId="{5CC5BC25-5B79-4F1F-9E03-A13910F9BB21}" type="pres">
      <dgm:prSet presAssocID="{9AE43F6F-862D-4D0F-A837-372E61D2878F}" presName="connectorText" presStyleLbl="sibTrans1D1" presStyleIdx="0" presStyleCnt="2"/>
      <dgm:spPr/>
    </dgm:pt>
    <dgm:pt modelId="{7427E865-DBFB-41A5-98F9-52D03E9EF561}" type="pres">
      <dgm:prSet presAssocID="{D5CC0273-D58D-4F60-9496-C5DD64E52013}" presName="node" presStyleLbl="node1" presStyleIdx="1" presStyleCnt="3">
        <dgm:presLayoutVars>
          <dgm:bulletEnabled val="1"/>
        </dgm:presLayoutVars>
      </dgm:prSet>
      <dgm:spPr/>
    </dgm:pt>
    <dgm:pt modelId="{A7637253-8F77-4AAD-A9A5-01E890C9C2CC}" type="pres">
      <dgm:prSet presAssocID="{2EDE5CB9-6FED-4C53-B811-D5C1A21C896C}" presName="sibTrans" presStyleLbl="sibTrans1D1" presStyleIdx="1" presStyleCnt="2"/>
      <dgm:spPr/>
    </dgm:pt>
    <dgm:pt modelId="{B642410E-033B-446F-9CA1-D4C47D9ED848}" type="pres">
      <dgm:prSet presAssocID="{2EDE5CB9-6FED-4C53-B811-D5C1A21C896C}" presName="connectorText" presStyleLbl="sibTrans1D1" presStyleIdx="1" presStyleCnt="2"/>
      <dgm:spPr/>
    </dgm:pt>
    <dgm:pt modelId="{1429679B-C080-451E-95C1-877EBF396D1A}" type="pres">
      <dgm:prSet presAssocID="{47D0D137-CD19-434F-9E02-8D115F6FB623}" presName="node" presStyleLbl="node1" presStyleIdx="2" presStyleCnt="3">
        <dgm:presLayoutVars>
          <dgm:bulletEnabled val="1"/>
        </dgm:presLayoutVars>
      </dgm:prSet>
      <dgm:spPr/>
    </dgm:pt>
  </dgm:ptLst>
  <dgm:cxnLst>
    <dgm:cxn modelId="{FB4B2414-090E-4061-A1BE-D510068BDE81}" type="presOf" srcId="{9AE43F6F-862D-4D0F-A837-372E61D2878F}" destId="{5CC5BC25-5B79-4F1F-9E03-A13910F9BB21}" srcOrd="1" destOrd="0" presId="urn:microsoft.com/office/officeart/2016/7/layout/RepeatingBendingProcessNew"/>
    <dgm:cxn modelId="{CBCC9821-6298-444F-86D6-06EF76D00D28}" type="presOf" srcId="{2EDE5CB9-6FED-4C53-B811-D5C1A21C896C}" destId="{A7637253-8F77-4AAD-A9A5-01E890C9C2CC}" srcOrd="0" destOrd="0" presId="urn:microsoft.com/office/officeart/2016/7/layout/RepeatingBendingProcessNew"/>
    <dgm:cxn modelId="{26C2E727-C138-4182-8DB7-248D2D23B072}" type="presOf" srcId="{D5CC0273-D58D-4F60-9496-C5DD64E52013}" destId="{7427E865-DBFB-41A5-98F9-52D03E9EF561}" srcOrd="0" destOrd="0" presId="urn:microsoft.com/office/officeart/2016/7/layout/RepeatingBendingProcessNew"/>
    <dgm:cxn modelId="{FEAD5745-348C-47AF-A499-E42E16EFB8E9}" type="presOf" srcId="{47D0D137-CD19-434F-9E02-8D115F6FB623}" destId="{1429679B-C080-451E-95C1-877EBF396D1A}" srcOrd="0" destOrd="0" presId="urn:microsoft.com/office/officeart/2016/7/layout/RepeatingBendingProcessNew"/>
    <dgm:cxn modelId="{344FE74B-4B54-4513-A786-B2CD958B2CC3}" type="presOf" srcId="{9AE43F6F-862D-4D0F-A837-372E61D2878F}" destId="{30A3FD85-6EAF-4436-B5E8-84A60B94CFF6}" srcOrd="0" destOrd="0" presId="urn:microsoft.com/office/officeart/2016/7/layout/RepeatingBendingProcessNew"/>
    <dgm:cxn modelId="{D30A9C4C-C4FC-4667-94D9-470530B27475}" type="presOf" srcId="{3ED3DED8-EDD8-47E6-9223-0BF4556FF3FB}" destId="{BD5A43FF-DB08-4FBA-81AE-AF04A432607C}" srcOrd="0" destOrd="0" presId="urn:microsoft.com/office/officeart/2016/7/layout/RepeatingBendingProcessNew"/>
    <dgm:cxn modelId="{DA0FE370-53BF-4E38-B065-EEBE106C2393}" type="presOf" srcId="{3C718ED9-1724-4F29-A932-7CF5A681D5B3}" destId="{E73375D7-30E8-4085-B2F0-392D1EEB0A18}" srcOrd="0" destOrd="0" presId="urn:microsoft.com/office/officeart/2016/7/layout/RepeatingBendingProcessNew"/>
    <dgm:cxn modelId="{57F3F855-8D37-4FBF-955D-C37B65CE9A6B}" srcId="{3C718ED9-1724-4F29-A932-7CF5A681D5B3}" destId="{47D0D137-CD19-434F-9E02-8D115F6FB623}" srcOrd="2" destOrd="0" parTransId="{2CEEAD69-A847-491A-8185-D17D0F3E1DC4}" sibTransId="{82C20923-0345-4BC0-8CCF-EBC82092CBFF}"/>
    <dgm:cxn modelId="{CA93BDBB-A147-4C17-B39F-771A5D7EA464}" srcId="{3C718ED9-1724-4F29-A932-7CF5A681D5B3}" destId="{D5CC0273-D58D-4F60-9496-C5DD64E52013}" srcOrd="1" destOrd="0" parTransId="{8021B184-CAF1-4B8C-9D44-A1FD36336F9B}" sibTransId="{2EDE5CB9-6FED-4C53-B811-D5C1A21C896C}"/>
    <dgm:cxn modelId="{E65A6ADF-A5A3-49CF-8444-B345AEE3499A}" type="presOf" srcId="{2EDE5CB9-6FED-4C53-B811-D5C1A21C896C}" destId="{B642410E-033B-446F-9CA1-D4C47D9ED848}" srcOrd="1" destOrd="0" presId="urn:microsoft.com/office/officeart/2016/7/layout/RepeatingBendingProcessNew"/>
    <dgm:cxn modelId="{85E475DF-141F-4922-BC34-414D67D8179A}" srcId="{3C718ED9-1724-4F29-A932-7CF5A681D5B3}" destId="{3ED3DED8-EDD8-47E6-9223-0BF4556FF3FB}" srcOrd="0" destOrd="0" parTransId="{14BD2B69-DA71-46E3-B7BB-34D5CD118D99}" sibTransId="{9AE43F6F-862D-4D0F-A837-372E61D2878F}"/>
    <dgm:cxn modelId="{CBA59CBF-BDE3-4917-90D0-EBFD5DCCE6A8}" type="presParOf" srcId="{E73375D7-30E8-4085-B2F0-392D1EEB0A18}" destId="{BD5A43FF-DB08-4FBA-81AE-AF04A432607C}" srcOrd="0" destOrd="0" presId="urn:microsoft.com/office/officeart/2016/7/layout/RepeatingBendingProcessNew"/>
    <dgm:cxn modelId="{11FBE620-EB94-485D-B282-F9648A0EFA7B}" type="presParOf" srcId="{E73375D7-30E8-4085-B2F0-392D1EEB0A18}" destId="{30A3FD85-6EAF-4436-B5E8-84A60B94CFF6}" srcOrd="1" destOrd="0" presId="urn:microsoft.com/office/officeart/2016/7/layout/RepeatingBendingProcessNew"/>
    <dgm:cxn modelId="{B5825DEA-87BE-4767-8AF3-D356D68791A0}" type="presParOf" srcId="{30A3FD85-6EAF-4436-B5E8-84A60B94CFF6}" destId="{5CC5BC25-5B79-4F1F-9E03-A13910F9BB21}" srcOrd="0" destOrd="0" presId="urn:microsoft.com/office/officeart/2016/7/layout/RepeatingBendingProcessNew"/>
    <dgm:cxn modelId="{37D6B282-F23A-4C00-ACB6-60BCDD565CB3}" type="presParOf" srcId="{E73375D7-30E8-4085-B2F0-392D1EEB0A18}" destId="{7427E865-DBFB-41A5-98F9-52D03E9EF561}" srcOrd="2" destOrd="0" presId="urn:microsoft.com/office/officeart/2016/7/layout/RepeatingBendingProcessNew"/>
    <dgm:cxn modelId="{13744EA3-6246-427D-94F6-A3D3CD5FF911}" type="presParOf" srcId="{E73375D7-30E8-4085-B2F0-392D1EEB0A18}" destId="{A7637253-8F77-4AAD-A9A5-01E890C9C2CC}" srcOrd="3" destOrd="0" presId="urn:microsoft.com/office/officeart/2016/7/layout/RepeatingBendingProcessNew"/>
    <dgm:cxn modelId="{968254B1-F73E-47D8-8E0F-88762546429F}" type="presParOf" srcId="{A7637253-8F77-4AAD-A9A5-01E890C9C2CC}" destId="{B642410E-033B-446F-9CA1-D4C47D9ED848}" srcOrd="0" destOrd="0" presId="urn:microsoft.com/office/officeart/2016/7/layout/RepeatingBendingProcessNew"/>
    <dgm:cxn modelId="{6AF5A1C7-E920-4EF2-B8F8-6F33918141C4}" type="presParOf" srcId="{E73375D7-30E8-4085-B2F0-392D1EEB0A18}" destId="{1429679B-C080-451E-95C1-877EBF396D1A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31CC4E-23A8-4A8F-8535-6B3E7CD2782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D9B8C9-4658-4C4B-AD2C-52BB9DC21CA9}">
      <dgm:prSet/>
      <dgm:spPr/>
      <dgm:t>
        <a:bodyPr/>
        <a:lstStyle/>
        <a:p>
          <a:r>
            <a:rPr lang="en-US"/>
            <a:t>Normalize text to lowercase</a:t>
          </a:r>
        </a:p>
      </dgm:t>
    </dgm:pt>
    <dgm:pt modelId="{271FEFB1-664E-4744-85EE-B13F5F92DE0E}" type="parTrans" cxnId="{CE830C53-3C0E-4086-A437-B0A1979AC689}">
      <dgm:prSet/>
      <dgm:spPr/>
      <dgm:t>
        <a:bodyPr/>
        <a:lstStyle/>
        <a:p>
          <a:endParaRPr lang="en-US"/>
        </a:p>
      </dgm:t>
    </dgm:pt>
    <dgm:pt modelId="{014C04A8-D994-4A55-8E28-AB036427CA60}" type="sibTrans" cxnId="{CE830C53-3C0E-4086-A437-B0A1979AC689}">
      <dgm:prSet/>
      <dgm:spPr/>
      <dgm:t>
        <a:bodyPr/>
        <a:lstStyle/>
        <a:p>
          <a:endParaRPr lang="en-US"/>
        </a:p>
      </dgm:t>
    </dgm:pt>
    <dgm:pt modelId="{8169F672-CF94-4BCB-93C7-40FD58949FAC}">
      <dgm:prSet/>
      <dgm:spPr/>
      <dgm:t>
        <a:bodyPr/>
        <a:lstStyle/>
        <a:p>
          <a:r>
            <a:rPr lang="en-US"/>
            <a:t>Expand contractions (e.g., don't → do not, it's → it is)</a:t>
          </a:r>
        </a:p>
      </dgm:t>
    </dgm:pt>
    <dgm:pt modelId="{2D94B0F1-5DAC-4885-8D58-E159893B44C4}" type="parTrans" cxnId="{ABE6F0C8-868A-4628-B160-A564E8ABBE9F}">
      <dgm:prSet/>
      <dgm:spPr/>
      <dgm:t>
        <a:bodyPr/>
        <a:lstStyle/>
        <a:p>
          <a:endParaRPr lang="en-US"/>
        </a:p>
      </dgm:t>
    </dgm:pt>
    <dgm:pt modelId="{41376254-528C-4075-898B-ACB49BB52204}" type="sibTrans" cxnId="{ABE6F0C8-868A-4628-B160-A564E8ABBE9F}">
      <dgm:prSet/>
      <dgm:spPr/>
      <dgm:t>
        <a:bodyPr/>
        <a:lstStyle/>
        <a:p>
          <a:endParaRPr lang="en-US"/>
        </a:p>
      </dgm:t>
    </dgm:pt>
    <dgm:pt modelId="{E958CA78-CB0D-490B-89A1-E9E11E1BAAD9}">
      <dgm:prSet/>
      <dgm:spPr/>
      <dgm:t>
        <a:bodyPr/>
        <a:lstStyle/>
        <a:p>
          <a:r>
            <a:rPr lang="en-US"/>
            <a:t>Remove punctuation &amp; stopwords</a:t>
          </a:r>
        </a:p>
      </dgm:t>
    </dgm:pt>
    <dgm:pt modelId="{13D1BF82-35FB-4072-AC79-2C7E5AED4FA9}" type="parTrans" cxnId="{24B6F93A-5B1F-4493-821D-2C488E07C713}">
      <dgm:prSet/>
      <dgm:spPr/>
      <dgm:t>
        <a:bodyPr/>
        <a:lstStyle/>
        <a:p>
          <a:endParaRPr lang="en-US"/>
        </a:p>
      </dgm:t>
    </dgm:pt>
    <dgm:pt modelId="{822747B2-58E3-4774-A2C7-2D5EE3D4F9D8}" type="sibTrans" cxnId="{24B6F93A-5B1F-4493-821D-2C488E07C713}">
      <dgm:prSet/>
      <dgm:spPr/>
      <dgm:t>
        <a:bodyPr/>
        <a:lstStyle/>
        <a:p>
          <a:endParaRPr lang="en-US"/>
        </a:p>
      </dgm:t>
    </dgm:pt>
    <dgm:pt modelId="{42885C05-12A1-4444-8EF5-17059461B13B}">
      <dgm:prSet/>
      <dgm:spPr/>
      <dgm:t>
        <a:bodyPr/>
        <a:lstStyle/>
        <a:p>
          <a:r>
            <a:rPr lang="en-US"/>
            <a:t>Synonym </a:t>
          </a:r>
          <a:r>
            <a:rPr lang="en-IN"/>
            <a:t>and Contradiction </a:t>
          </a:r>
          <a:r>
            <a:rPr lang="en-US"/>
            <a:t>mapping (e.g., 'buy', 'purchase' → 'order’</a:t>
          </a:r>
          <a:r>
            <a:rPr lang="en-IN"/>
            <a:t>, ‘can’t’-&gt;’cannot’</a:t>
          </a:r>
          <a:r>
            <a:rPr lang="en-US"/>
            <a:t>)</a:t>
          </a:r>
        </a:p>
      </dgm:t>
    </dgm:pt>
    <dgm:pt modelId="{CE4B8EE8-A1BC-4506-90ED-389C880FCCB1}" type="parTrans" cxnId="{B85F6DFA-7A84-4730-A2C5-3CEA7F486094}">
      <dgm:prSet/>
      <dgm:spPr/>
      <dgm:t>
        <a:bodyPr/>
        <a:lstStyle/>
        <a:p>
          <a:endParaRPr lang="en-US"/>
        </a:p>
      </dgm:t>
    </dgm:pt>
    <dgm:pt modelId="{61F25DB8-5FE2-417E-A56D-316D9713DC9A}" type="sibTrans" cxnId="{B85F6DFA-7A84-4730-A2C5-3CEA7F486094}">
      <dgm:prSet/>
      <dgm:spPr/>
      <dgm:t>
        <a:bodyPr/>
        <a:lstStyle/>
        <a:p>
          <a:endParaRPr lang="en-US"/>
        </a:p>
      </dgm:t>
    </dgm:pt>
    <dgm:pt modelId="{81C07508-B919-4A39-BB8E-65A5EB3EE7DC}">
      <dgm:prSet/>
      <dgm:spPr/>
      <dgm:t>
        <a:bodyPr/>
        <a:lstStyle/>
        <a:p>
          <a:r>
            <a:rPr lang="en-US"/>
            <a:t>Improves matching accuracy &amp; flexibility</a:t>
          </a:r>
          <a:r>
            <a:rPr lang="en-IN"/>
            <a:t> using Jaccard Similarity</a:t>
          </a:r>
          <a:endParaRPr lang="en-US"/>
        </a:p>
      </dgm:t>
    </dgm:pt>
    <dgm:pt modelId="{BF40CA0F-F031-4235-85EF-F4104262CEA0}" type="parTrans" cxnId="{B39048AF-91B2-408B-8F01-8A7C6618CAA9}">
      <dgm:prSet/>
      <dgm:spPr/>
      <dgm:t>
        <a:bodyPr/>
        <a:lstStyle/>
        <a:p>
          <a:endParaRPr lang="en-US"/>
        </a:p>
      </dgm:t>
    </dgm:pt>
    <dgm:pt modelId="{933D9467-0EF3-4896-8847-1AC2F005C12B}" type="sibTrans" cxnId="{B39048AF-91B2-408B-8F01-8A7C6618CAA9}">
      <dgm:prSet/>
      <dgm:spPr/>
      <dgm:t>
        <a:bodyPr/>
        <a:lstStyle/>
        <a:p>
          <a:endParaRPr lang="en-US"/>
        </a:p>
      </dgm:t>
    </dgm:pt>
    <dgm:pt modelId="{9A60CDBC-16E1-448B-ABDA-35032451AB35}" type="pres">
      <dgm:prSet presAssocID="{A331CC4E-23A8-4A8F-8535-6B3E7CD27822}" presName="root" presStyleCnt="0">
        <dgm:presLayoutVars>
          <dgm:dir/>
          <dgm:resizeHandles val="exact"/>
        </dgm:presLayoutVars>
      </dgm:prSet>
      <dgm:spPr/>
    </dgm:pt>
    <dgm:pt modelId="{E994A30B-5DA7-497F-A412-AAA85F71BA4A}" type="pres">
      <dgm:prSet presAssocID="{A331CC4E-23A8-4A8F-8535-6B3E7CD27822}" presName="container" presStyleCnt="0">
        <dgm:presLayoutVars>
          <dgm:dir/>
          <dgm:resizeHandles val="exact"/>
        </dgm:presLayoutVars>
      </dgm:prSet>
      <dgm:spPr/>
    </dgm:pt>
    <dgm:pt modelId="{577F0104-36A7-4319-B956-DAC88EBD0FA0}" type="pres">
      <dgm:prSet presAssocID="{3BD9B8C9-4658-4C4B-AD2C-52BB9DC21CA9}" presName="compNode" presStyleCnt="0"/>
      <dgm:spPr/>
    </dgm:pt>
    <dgm:pt modelId="{90844747-7784-435B-AFCF-0D051A490F40}" type="pres">
      <dgm:prSet presAssocID="{3BD9B8C9-4658-4C4B-AD2C-52BB9DC21CA9}" presName="iconBgRect" presStyleLbl="bgShp" presStyleIdx="0" presStyleCnt="5"/>
      <dgm:spPr/>
    </dgm:pt>
    <dgm:pt modelId="{EA28CFBB-344D-4AFA-BD1C-051F7E71BF90}" type="pres">
      <dgm:prSet presAssocID="{3BD9B8C9-4658-4C4B-AD2C-52BB9DC21CA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78ADAE5-1D61-4A45-889B-04B4E9E8F408}" type="pres">
      <dgm:prSet presAssocID="{3BD9B8C9-4658-4C4B-AD2C-52BB9DC21CA9}" presName="spaceRect" presStyleCnt="0"/>
      <dgm:spPr/>
    </dgm:pt>
    <dgm:pt modelId="{0BC3BC91-7CF7-4CFD-8224-EC2FC883DD67}" type="pres">
      <dgm:prSet presAssocID="{3BD9B8C9-4658-4C4B-AD2C-52BB9DC21CA9}" presName="textRect" presStyleLbl="revTx" presStyleIdx="0" presStyleCnt="5">
        <dgm:presLayoutVars>
          <dgm:chMax val="1"/>
          <dgm:chPref val="1"/>
        </dgm:presLayoutVars>
      </dgm:prSet>
      <dgm:spPr/>
    </dgm:pt>
    <dgm:pt modelId="{8EB390FB-4B68-487F-AA47-0F40D0B89BB3}" type="pres">
      <dgm:prSet presAssocID="{014C04A8-D994-4A55-8E28-AB036427CA60}" presName="sibTrans" presStyleLbl="sibTrans2D1" presStyleIdx="0" presStyleCnt="0"/>
      <dgm:spPr/>
    </dgm:pt>
    <dgm:pt modelId="{6549052B-0C5B-4657-AA2E-BB08D5990A2C}" type="pres">
      <dgm:prSet presAssocID="{8169F672-CF94-4BCB-93C7-40FD58949FAC}" presName="compNode" presStyleCnt="0"/>
      <dgm:spPr/>
    </dgm:pt>
    <dgm:pt modelId="{72D45EF1-8A92-4A89-BB96-6452777D2B78}" type="pres">
      <dgm:prSet presAssocID="{8169F672-CF94-4BCB-93C7-40FD58949FAC}" presName="iconBgRect" presStyleLbl="bgShp" presStyleIdx="1" presStyleCnt="5"/>
      <dgm:spPr/>
    </dgm:pt>
    <dgm:pt modelId="{C4CE0C9B-216E-490A-9533-445729A3C9EA}" type="pres">
      <dgm:prSet presAssocID="{8169F672-CF94-4BCB-93C7-40FD58949FA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600E098D-90AC-4DCE-A345-CC6C4EC07D83}" type="pres">
      <dgm:prSet presAssocID="{8169F672-CF94-4BCB-93C7-40FD58949FAC}" presName="spaceRect" presStyleCnt="0"/>
      <dgm:spPr/>
    </dgm:pt>
    <dgm:pt modelId="{2DD5AD39-622A-410C-841B-A2A924E551D6}" type="pres">
      <dgm:prSet presAssocID="{8169F672-CF94-4BCB-93C7-40FD58949FAC}" presName="textRect" presStyleLbl="revTx" presStyleIdx="1" presStyleCnt="5">
        <dgm:presLayoutVars>
          <dgm:chMax val="1"/>
          <dgm:chPref val="1"/>
        </dgm:presLayoutVars>
      </dgm:prSet>
      <dgm:spPr/>
    </dgm:pt>
    <dgm:pt modelId="{7F3BAB31-4368-4D10-B6F3-E73C59AB550B}" type="pres">
      <dgm:prSet presAssocID="{41376254-528C-4075-898B-ACB49BB52204}" presName="sibTrans" presStyleLbl="sibTrans2D1" presStyleIdx="0" presStyleCnt="0"/>
      <dgm:spPr/>
    </dgm:pt>
    <dgm:pt modelId="{FC7BADAB-CD56-4E7F-BC58-3C52BEA6F150}" type="pres">
      <dgm:prSet presAssocID="{E958CA78-CB0D-490B-89A1-E9E11E1BAAD9}" presName="compNode" presStyleCnt="0"/>
      <dgm:spPr/>
    </dgm:pt>
    <dgm:pt modelId="{43B70090-A1B1-4AD8-B7B2-DECCB6897C0A}" type="pres">
      <dgm:prSet presAssocID="{E958CA78-CB0D-490B-89A1-E9E11E1BAAD9}" presName="iconBgRect" presStyleLbl="bgShp" presStyleIdx="2" presStyleCnt="5"/>
      <dgm:spPr/>
    </dgm:pt>
    <dgm:pt modelId="{9B5F789A-4E39-4D3E-B892-84697F9122F8}" type="pres">
      <dgm:prSet presAssocID="{E958CA78-CB0D-490B-89A1-E9E11E1BAAD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9BCBD03-9B0C-453A-939E-AD358D6DD4D9}" type="pres">
      <dgm:prSet presAssocID="{E958CA78-CB0D-490B-89A1-E9E11E1BAAD9}" presName="spaceRect" presStyleCnt="0"/>
      <dgm:spPr/>
    </dgm:pt>
    <dgm:pt modelId="{97DC59D6-A919-4D85-8CB5-7BE26B38383F}" type="pres">
      <dgm:prSet presAssocID="{E958CA78-CB0D-490B-89A1-E9E11E1BAAD9}" presName="textRect" presStyleLbl="revTx" presStyleIdx="2" presStyleCnt="5">
        <dgm:presLayoutVars>
          <dgm:chMax val="1"/>
          <dgm:chPref val="1"/>
        </dgm:presLayoutVars>
      </dgm:prSet>
      <dgm:spPr/>
    </dgm:pt>
    <dgm:pt modelId="{7E214A08-4CA2-421D-A5FB-A83960C29228}" type="pres">
      <dgm:prSet presAssocID="{822747B2-58E3-4774-A2C7-2D5EE3D4F9D8}" presName="sibTrans" presStyleLbl="sibTrans2D1" presStyleIdx="0" presStyleCnt="0"/>
      <dgm:spPr/>
    </dgm:pt>
    <dgm:pt modelId="{5CEA0855-BA73-4A40-B528-FF29CABC03A7}" type="pres">
      <dgm:prSet presAssocID="{42885C05-12A1-4444-8EF5-17059461B13B}" presName="compNode" presStyleCnt="0"/>
      <dgm:spPr/>
    </dgm:pt>
    <dgm:pt modelId="{662A160B-4B44-4D17-BCCC-BBAEE1B055A7}" type="pres">
      <dgm:prSet presAssocID="{42885C05-12A1-4444-8EF5-17059461B13B}" presName="iconBgRect" presStyleLbl="bgShp" presStyleIdx="3" presStyleCnt="5"/>
      <dgm:spPr/>
    </dgm:pt>
    <dgm:pt modelId="{D55832E5-AEF3-4C3E-8D35-DF56563E31DF}" type="pres">
      <dgm:prSet presAssocID="{42885C05-12A1-4444-8EF5-17059461B13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FD294FEC-AB55-4429-ACB3-A5972FAEA826}" type="pres">
      <dgm:prSet presAssocID="{42885C05-12A1-4444-8EF5-17059461B13B}" presName="spaceRect" presStyleCnt="0"/>
      <dgm:spPr/>
    </dgm:pt>
    <dgm:pt modelId="{65F0D108-2680-45FB-875A-D553F1213B93}" type="pres">
      <dgm:prSet presAssocID="{42885C05-12A1-4444-8EF5-17059461B13B}" presName="textRect" presStyleLbl="revTx" presStyleIdx="3" presStyleCnt="5">
        <dgm:presLayoutVars>
          <dgm:chMax val="1"/>
          <dgm:chPref val="1"/>
        </dgm:presLayoutVars>
      </dgm:prSet>
      <dgm:spPr/>
    </dgm:pt>
    <dgm:pt modelId="{242266AF-5ED2-45DE-A315-8556E4D3413F}" type="pres">
      <dgm:prSet presAssocID="{61F25DB8-5FE2-417E-A56D-316D9713DC9A}" presName="sibTrans" presStyleLbl="sibTrans2D1" presStyleIdx="0" presStyleCnt="0"/>
      <dgm:spPr/>
    </dgm:pt>
    <dgm:pt modelId="{E0A21DC7-548C-4DEC-A5DB-624008E7B2E5}" type="pres">
      <dgm:prSet presAssocID="{81C07508-B919-4A39-BB8E-65A5EB3EE7DC}" presName="compNode" presStyleCnt="0"/>
      <dgm:spPr/>
    </dgm:pt>
    <dgm:pt modelId="{ECCBCEB2-C899-4FE9-8FB4-95C80EE12682}" type="pres">
      <dgm:prSet presAssocID="{81C07508-B919-4A39-BB8E-65A5EB3EE7DC}" presName="iconBgRect" presStyleLbl="bgShp" presStyleIdx="4" presStyleCnt="5"/>
      <dgm:spPr/>
    </dgm:pt>
    <dgm:pt modelId="{4DD98238-2B9E-40A1-938A-C3FDF022B15E}" type="pres">
      <dgm:prSet presAssocID="{81C07508-B919-4A39-BB8E-65A5EB3EE7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D477547-1F3B-43D8-873D-225B8FC21B95}" type="pres">
      <dgm:prSet presAssocID="{81C07508-B919-4A39-BB8E-65A5EB3EE7DC}" presName="spaceRect" presStyleCnt="0"/>
      <dgm:spPr/>
    </dgm:pt>
    <dgm:pt modelId="{EADE7E16-764F-4F5F-B434-30F517DD1320}" type="pres">
      <dgm:prSet presAssocID="{81C07508-B919-4A39-BB8E-65A5EB3EE7D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A83A901-4E31-4A5A-9537-D4C581E69B5E}" type="presOf" srcId="{E958CA78-CB0D-490B-89A1-E9E11E1BAAD9}" destId="{97DC59D6-A919-4D85-8CB5-7BE26B38383F}" srcOrd="0" destOrd="0" presId="urn:microsoft.com/office/officeart/2018/2/layout/IconCircleList"/>
    <dgm:cxn modelId="{99792126-ABED-4154-8589-B8BFE9B49990}" type="presOf" srcId="{014C04A8-D994-4A55-8E28-AB036427CA60}" destId="{8EB390FB-4B68-487F-AA47-0F40D0B89BB3}" srcOrd="0" destOrd="0" presId="urn:microsoft.com/office/officeart/2018/2/layout/IconCircleList"/>
    <dgm:cxn modelId="{A8EA0F27-76D9-4CB5-9351-431ABF71234F}" type="presOf" srcId="{61F25DB8-5FE2-417E-A56D-316D9713DC9A}" destId="{242266AF-5ED2-45DE-A315-8556E4D3413F}" srcOrd="0" destOrd="0" presId="urn:microsoft.com/office/officeart/2018/2/layout/IconCircleList"/>
    <dgm:cxn modelId="{24B6F93A-5B1F-4493-821D-2C488E07C713}" srcId="{A331CC4E-23A8-4A8F-8535-6B3E7CD27822}" destId="{E958CA78-CB0D-490B-89A1-E9E11E1BAAD9}" srcOrd="2" destOrd="0" parTransId="{13D1BF82-35FB-4072-AC79-2C7E5AED4FA9}" sibTransId="{822747B2-58E3-4774-A2C7-2D5EE3D4F9D8}"/>
    <dgm:cxn modelId="{29EC8B5F-E466-4997-8BE6-0F431C9D1E2A}" type="presOf" srcId="{42885C05-12A1-4444-8EF5-17059461B13B}" destId="{65F0D108-2680-45FB-875A-D553F1213B93}" srcOrd="0" destOrd="0" presId="urn:microsoft.com/office/officeart/2018/2/layout/IconCircleList"/>
    <dgm:cxn modelId="{CE830C53-3C0E-4086-A437-B0A1979AC689}" srcId="{A331CC4E-23A8-4A8F-8535-6B3E7CD27822}" destId="{3BD9B8C9-4658-4C4B-AD2C-52BB9DC21CA9}" srcOrd="0" destOrd="0" parTransId="{271FEFB1-664E-4744-85EE-B13F5F92DE0E}" sibTransId="{014C04A8-D994-4A55-8E28-AB036427CA60}"/>
    <dgm:cxn modelId="{64A41073-C7CA-49EF-A1AA-94F48F4F7F08}" type="presOf" srcId="{41376254-528C-4075-898B-ACB49BB52204}" destId="{7F3BAB31-4368-4D10-B6F3-E73C59AB550B}" srcOrd="0" destOrd="0" presId="urn:microsoft.com/office/officeart/2018/2/layout/IconCircleList"/>
    <dgm:cxn modelId="{D123D183-1158-467F-B90B-345C83D70DDA}" type="presOf" srcId="{81C07508-B919-4A39-BB8E-65A5EB3EE7DC}" destId="{EADE7E16-764F-4F5F-B434-30F517DD1320}" srcOrd="0" destOrd="0" presId="urn:microsoft.com/office/officeart/2018/2/layout/IconCircleList"/>
    <dgm:cxn modelId="{B39048AF-91B2-408B-8F01-8A7C6618CAA9}" srcId="{A331CC4E-23A8-4A8F-8535-6B3E7CD27822}" destId="{81C07508-B919-4A39-BB8E-65A5EB3EE7DC}" srcOrd="4" destOrd="0" parTransId="{BF40CA0F-F031-4235-85EF-F4104262CEA0}" sibTransId="{933D9467-0EF3-4896-8847-1AC2F005C12B}"/>
    <dgm:cxn modelId="{5547DEBF-DEB6-4E4D-9E0E-6551C615846E}" type="presOf" srcId="{8169F672-CF94-4BCB-93C7-40FD58949FAC}" destId="{2DD5AD39-622A-410C-841B-A2A924E551D6}" srcOrd="0" destOrd="0" presId="urn:microsoft.com/office/officeart/2018/2/layout/IconCircleList"/>
    <dgm:cxn modelId="{ABE6F0C8-868A-4628-B160-A564E8ABBE9F}" srcId="{A331CC4E-23A8-4A8F-8535-6B3E7CD27822}" destId="{8169F672-CF94-4BCB-93C7-40FD58949FAC}" srcOrd="1" destOrd="0" parTransId="{2D94B0F1-5DAC-4885-8D58-E159893B44C4}" sibTransId="{41376254-528C-4075-898B-ACB49BB52204}"/>
    <dgm:cxn modelId="{3798E7D1-3166-40DE-BC5E-DAF0414D108A}" type="presOf" srcId="{822747B2-58E3-4774-A2C7-2D5EE3D4F9D8}" destId="{7E214A08-4CA2-421D-A5FB-A83960C29228}" srcOrd="0" destOrd="0" presId="urn:microsoft.com/office/officeart/2018/2/layout/IconCircleList"/>
    <dgm:cxn modelId="{D200F9DD-B806-4707-B127-FC0B15E0FACF}" type="presOf" srcId="{3BD9B8C9-4658-4C4B-AD2C-52BB9DC21CA9}" destId="{0BC3BC91-7CF7-4CFD-8224-EC2FC883DD67}" srcOrd="0" destOrd="0" presId="urn:microsoft.com/office/officeart/2018/2/layout/IconCircleList"/>
    <dgm:cxn modelId="{5B6212E7-AE56-4765-881B-785207EB6945}" type="presOf" srcId="{A331CC4E-23A8-4A8F-8535-6B3E7CD27822}" destId="{9A60CDBC-16E1-448B-ABDA-35032451AB35}" srcOrd="0" destOrd="0" presId="urn:microsoft.com/office/officeart/2018/2/layout/IconCircleList"/>
    <dgm:cxn modelId="{B85F6DFA-7A84-4730-A2C5-3CEA7F486094}" srcId="{A331CC4E-23A8-4A8F-8535-6B3E7CD27822}" destId="{42885C05-12A1-4444-8EF5-17059461B13B}" srcOrd="3" destOrd="0" parTransId="{CE4B8EE8-A1BC-4506-90ED-389C880FCCB1}" sibTransId="{61F25DB8-5FE2-417E-A56D-316D9713DC9A}"/>
    <dgm:cxn modelId="{3FD70BEB-58C2-4A0D-BEA4-2B323B702514}" type="presParOf" srcId="{9A60CDBC-16E1-448B-ABDA-35032451AB35}" destId="{E994A30B-5DA7-497F-A412-AAA85F71BA4A}" srcOrd="0" destOrd="0" presId="urn:microsoft.com/office/officeart/2018/2/layout/IconCircleList"/>
    <dgm:cxn modelId="{86D128E0-04C3-4630-854C-A0E5A2C4DBC7}" type="presParOf" srcId="{E994A30B-5DA7-497F-A412-AAA85F71BA4A}" destId="{577F0104-36A7-4319-B956-DAC88EBD0FA0}" srcOrd="0" destOrd="0" presId="urn:microsoft.com/office/officeart/2018/2/layout/IconCircleList"/>
    <dgm:cxn modelId="{8BF70E50-EDC1-4F32-B725-C0942238E310}" type="presParOf" srcId="{577F0104-36A7-4319-B956-DAC88EBD0FA0}" destId="{90844747-7784-435B-AFCF-0D051A490F40}" srcOrd="0" destOrd="0" presId="urn:microsoft.com/office/officeart/2018/2/layout/IconCircleList"/>
    <dgm:cxn modelId="{B9339BC6-2632-4E83-97B8-0A560B258152}" type="presParOf" srcId="{577F0104-36A7-4319-B956-DAC88EBD0FA0}" destId="{EA28CFBB-344D-4AFA-BD1C-051F7E71BF90}" srcOrd="1" destOrd="0" presId="urn:microsoft.com/office/officeart/2018/2/layout/IconCircleList"/>
    <dgm:cxn modelId="{585A2F91-F732-4690-84E8-8A1EE1FDE10F}" type="presParOf" srcId="{577F0104-36A7-4319-B956-DAC88EBD0FA0}" destId="{378ADAE5-1D61-4A45-889B-04B4E9E8F408}" srcOrd="2" destOrd="0" presId="urn:microsoft.com/office/officeart/2018/2/layout/IconCircleList"/>
    <dgm:cxn modelId="{6E718536-E1E7-4EB1-9B3A-B26890CC61AD}" type="presParOf" srcId="{577F0104-36A7-4319-B956-DAC88EBD0FA0}" destId="{0BC3BC91-7CF7-4CFD-8224-EC2FC883DD67}" srcOrd="3" destOrd="0" presId="urn:microsoft.com/office/officeart/2018/2/layout/IconCircleList"/>
    <dgm:cxn modelId="{9ED78F91-EAB7-42AA-B200-965B1AA41AB4}" type="presParOf" srcId="{E994A30B-5DA7-497F-A412-AAA85F71BA4A}" destId="{8EB390FB-4B68-487F-AA47-0F40D0B89BB3}" srcOrd="1" destOrd="0" presId="urn:microsoft.com/office/officeart/2018/2/layout/IconCircleList"/>
    <dgm:cxn modelId="{8B435DF7-A665-4AA7-A53A-6FE0D0F280EE}" type="presParOf" srcId="{E994A30B-5DA7-497F-A412-AAA85F71BA4A}" destId="{6549052B-0C5B-4657-AA2E-BB08D5990A2C}" srcOrd="2" destOrd="0" presId="urn:microsoft.com/office/officeart/2018/2/layout/IconCircleList"/>
    <dgm:cxn modelId="{64D88996-D219-4658-ABDC-EF8F86406397}" type="presParOf" srcId="{6549052B-0C5B-4657-AA2E-BB08D5990A2C}" destId="{72D45EF1-8A92-4A89-BB96-6452777D2B78}" srcOrd="0" destOrd="0" presId="urn:microsoft.com/office/officeart/2018/2/layout/IconCircleList"/>
    <dgm:cxn modelId="{AD91B3EE-9C09-41F4-8397-836B532DAF76}" type="presParOf" srcId="{6549052B-0C5B-4657-AA2E-BB08D5990A2C}" destId="{C4CE0C9B-216E-490A-9533-445729A3C9EA}" srcOrd="1" destOrd="0" presId="urn:microsoft.com/office/officeart/2018/2/layout/IconCircleList"/>
    <dgm:cxn modelId="{B3B52E22-6F73-4730-81C9-B857BFEBEFBF}" type="presParOf" srcId="{6549052B-0C5B-4657-AA2E-BB08D5990A2C}" destId="{600E098D-90AC-4DCE-A345-CC6C4EC07D83}" srcOrd="2" destOrd="0" presId="urn:microsoft.com/office/officeart/2018/2/layout/IconCircleList"/>
    <dgm:cxn modelId="{6CFDA0D1-1221-40FB-8932-49497E6C7EFD}" type="presParOf" srcId="{6549052B-0C5B-4657-AA2E-BB08D5990A2C}" destId="{2DD5AD39-622A-410C-841B-A2A924E551D6}" srcOrd="3" destOrd="0" presId="urn:microsoft.com/office/officeart/2018/2/layout/IconCircleList"/>
    <dgm:cxn modelId="{17FF2449-45C5-43E1-A899-302FE59CEACF}" type="presParOf" srcId="{E994A30B-5DA7-497F-A412-AAA85F71BA4A}" destId="{7F3BAB31-4368-4D10-B6F3-E73C59AB550B}" srcOrd="3" destOrd="0" presId="urn:microsoft.com/office/officeart/2018/2/layout/IconCircleList"/>
    <dgm:cxn modelId="{1CD669D3-C460-46C1-A3F9-E21FAD04CC20}" type="presParOf" srcId="{E994A30B-5DA7-497F-A412-AAA85F71BA4A}" destId="{FC7BADAB-CD56-4E7F-BC58-3C52BEA6F150}" srcOrd="4" destOrd="0" presId="urn:microsoft.com/office/officeart/2018/2/layout/IconCircleList"/>
    <dgm:cxn modelId="{D3CA3B5F-3D85-4DE7-823D-D6ADB48F26CC}" type="presParOf" srcId="{FC7BADAB-CD56-4E7F-BC58-3C52BEA6F150}" destId="{43B70090-A1B1-4AD8-B7B2-DECCB6897C0A}" srcOrd="0" destOrd="0" presId="urn:microsoft.com/office/officeart/2018/2/layout/IconCircleList"/>
    <dgm:cxn modelId="{96C560C1-1675-4593-A181-F9A22403F919}" type="presParOf" srcId="{FC7BADAB-CD56-4E7F-BC58-3C52BEA6F150}" destId="{9B5F789A-4E39-4D3E-B892-84697F9122F8}" srcOrd="1" destOrd="0" presId="urn:microsoft.com/office/officeart/2018/2/layout/IconCircleList"/>
    <dgm:cxn modelId="{0166DF26-33DC-42AA-9FAE-F8017B608E94}" type="presParOf" srcId="{FC7BADAB-CD56-4E7F-BC58-3C52BEA6F150}" destId="{49BCBD03-9B0C-453A-939E-AD358D6DD4D9}" srcOrd="2" destOrd="0" presId="urn:microsoft.com/office/officeart/2018/2/layout/IconCircleList"/>
    <dgm:cxn modelId="{DEE54AA1-0F7B-4ADC-A25A-633659E1EF93}" type="presParOf" srcId="{FC7BADAB-CD56-4E7F-BC58-3C52BEA6F150}" destId="{97DC59D6-A919-4D85-8CB5-7BE26B38383F}" srcOrd="3" destOrd="0" presId="urn:microsoft.com/office/officeart/2018/2/layout/IconCircleList"/>
    <dgm:cxn modelId="{7337F667-8497-45DF-9392-E7066E2CC891}" type="presParOf" srcId="{E994A30B-5DA7-497F-A412-AAA85F71BA4A}" destId="{7E214A08-4CA2-421D-A5FB-A83960C29228}" srcOrd="5" destOrd="0" presId="urn:microsoft.com/office/officeart/2018/2/layout/IconCircleList"/>
    <dgm:cxn modelId="{088AC1E0-D5E6-47C8-B59A-62D1BAF87093}" type="presParOf" srcId="{E994A30B-5DA7-497F-A412-AAA85F71BA4A}" destId="{5CEA0855-BA73-4A40-B528-FF29CABC03A7}" srcOrd="6" destOrd="0" presId="urn:microsoft.com/office/officeart/2018/2/layout/IconCircleList"/>
    <dgm:cxn modelId="{55435130-3037-4494-B64F-7566EDE069CF}" type="presParOf" srcId="{5CEA0855-BA73-4A40-B528-FF29CABC03A7}" destId="{662A160B-4B44-4D17-BCCC-BBAEE1B055A7}" srcOrd="0" destOrd="0" presId="urn:microsoft.com/office/officeart/2018/2/layout/IconCircleList"/>
    <dgm:cxn modelId="{5C9C1712-706E-4192-A257-88789E0CAFE4}" type="presParOf" srcId="{5CEA0855-BA73-4A40-B528-FF29CABC03A7}" destId="{D55832E5-AEF3-4C3E-8D35-DF56563E31DF}" srcOrd="1" destOrd="0" presId="urn:microsoft.com/office/officeart/2018/2/layout/IconCircleList"/>
    <dgm:cxn modelId="{837A8613-A336-4BED-9C80-EDBDD3EA2660}" type="presParOf" srcId="{5CEA0855-BA73-4A40-B528-FF29CABC03A7}" destId="{FD294FEC-AB55-4429-ACB3-A5972FAEA826}" srcOrd="2" destOrd="0" presId="urn:microsoft.com/office/officeart/2018/2/layout/IconCircleList"/>
    <dgm:cxn modelId="{46E1CAB4-5C0A-4D10-A3FF-BDD5B4FC7BED}" type="presParOf" srcId="{5CEA0855-BA73-4A40-B528-FF29CABC03A7}" destId="{65F0D108-2680-45FB-875A-D553F1213B93}" srcOrd="3" destOrd="0" presId="urn:microsoft.com/office/officeart/2018/2/layout/IconCircleList"/>
    <dgm:cxn modelId="{F8805EAC-D5CA-42D9-969A-498FA9F7D71E}" type="presParOf" srcId="{E994A30B-5DA7-497F-A412-AAA85F71BA4A}" destId="{242266AF-5ED2-45DE-A315-8556E4D3413F}" srcOrd="7" destOrd="0" presId="urn:microsoft.com/office/officeart/2018/2/layout/IconCircleList"/>
    <dgm:cxn modelId="{6797C7CA-1AEE-47BE-9F25-328A879573DE}" type="presParOf" srcId="{E994A30B-5DA7-497F-A412-AAA85F71BA4A}" destId="{E0A21DC7-548C-4DEC-A5DB-624008E7B2E5}" srcOrd="8" destOrd="0" presId="urn:microsoft.com/office/officeart/2018/2/layout/IconCircleList"/>
    <dgm:cxn modelId="{175E742C-6C97-441E-9C76-2243C5DB5B05}" type="presParOf" srcId="{E0A21DC7-548C-4DEC-A5DB-624008E7B2E5}" destId="{ECCBCEB2-C899-4FE9-8FB4-95C80EE12682}" srcOrd="0" destOrd="0" presId="urn:microsoft.com/office/officeart/2018/2/layout/IconCircleList"/>
    <dgm:cxn modelId="{43EFC5A6-431E-4223-BA1B-4CC2455217AA}" type="presParOf" srcId="{E0A21DC7-548C-4DEC-A5DB-624008E7B2E5}" destId="{4DD98238-2B9E-40A1-938A-C3FDF022B15E}" srcOrd="1" destOrd="0" presId="urn:microsoft.com/office/officeart/2018/2/layout/IconCircleList"/>
    <dgm:cxn modelId="{D4383161-5A67-4CDD-8E45-D26DD2D1C6A4}" type="presParOf" srcId="{E0A21DC7-548C-4DEC-A5DB-624008E7B2E5}" destId="{FD477547-1F3B-43D8-873D-225B8FC21B95}" srcOrd="2" destOrd="0" presId="urn:microsoft.com/office/officeart/2018/2/layout/IconCircleList"/>
    <dgm:cxn modelId="{3C6558CC-27FE-47EE-8F07-335054229972}" type="presParOf" srcId="{E0A21DC7-548C-4DEC-A5DB-624008E7B2E5}" destId="{EADE7E16-764F-4F5F-B434-30F517DD132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A5B8F9-F68E-47AF-ACC5-3A41FE7C0ABB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FD3571A-E6D8-4084-AA60-C2B9A02E7748}">
      <dgm:prSet/>
      <dgm:spPr/>
      <dgm:t>
        <a:bodyPr/>
        <a:lstStyle/>
        <a:p>
          <a:r>
            <a:rPr lang="en-US"/>
            <a:t>User interacts through CLI interface</a:t>
          </a:r>
        </a:p>
      </dgm:t>
    </dgm:pt>
    <dgm:pt modelId="{95B34712-F576-42ED-B8C6-D826DE906B38}" type="parTrans" cxnId="{4DB7D1D9-13A7-4BE9-9770-02DE18F2CE07}">
      <dgm:prSet/>
      <dgm:spPr/>
      <dgm:t>
        <a:bodyPr/>
        <a:lstStyle/>
        <a:p>
          <a:endParaRPr lang="en-US"/>
        </a:p>
      </dgm:t>
    </dgm:pt>
    <dgm:pt modelId="{D65FB6B3-21D0-4BFF-96D0-6516DD67C98D}" type="sibTrans" cxnId="{4DB7D1D9-13A7-4BE9-9770-02DE18F2CE07}">
      <dgm:prSet/>
      <dgm:spPr/>
      <dgm:t>
        <a:bodyPr/>
        <a:lstStyle/>
        <a:p>
          <a:endParaRPr lang="en-US"/>
        </a:p>
      </dgm:t>
    </dgm:pt>
    <dgm:pt modelId="{995968E9-DA34-4B35-9E8B-37BB85F7044A}">
      <dgm:prSet/>
      <dgm:spPr/>
      <dgm:t>
        <a:bodyPr/>
        <a:lstStyle/>
        <a:p>
          <a:r>
            <a:rPr lang="en-US"/>
            <a:t>Bot checks FAQ database for closest match</a:t>
          </a:r>
        </a:p>
      </dgm:t>
    </dgm:pt>
    <dgm:pt modelId="{02649752-AA9D-48CC-90A5-3620B3740F75}" type="parTrans" cxnId="{23EC5B93-7757-4941-8AC5-F565F70CE98E}">
      <dgm:prSet/>
      <dgm:spPr/>
      <dgm:t>
        <a:bodyPr/>
        <a:lstStyle/>
        <a:p>
          <a:endParaRPr lang="en-US"/>
        </a:p>
      </dgm:t>
    </dgm:pt>
    <dgm:pt modelId="{A9CAFEFE-94B4-43A7-90B7-9DE96829C883}" type="sibTrans" cxnId="{23EC5B93-7757-4941-8AC5-F565F70CE98E}">
      <dgm:prSet/>
      <dgm:spPr/>
      <dgm:t>
        <a:bodyPr/>
        <a:lstStyle/>
        <a:p>
          <a:endParaRPr lang="en-US"/>
        </a:p>
      </dgm:t>
    </dgm:pt>
    <dgm:pt modelId="{6A7F934F-2AFF-4EC6-8167-B7865EA1FDAB}">
      <dgm:prSet/>
      <dgm:spPr/>
      <dgm:t>
        <a:bodyPr/>
        <a:lstStyle/>
        <a:p>
          <a:r>
            <a:rPr lang="en-US"/>
            <a:t>Similar queries matched using similarity scoring</a:t>
          </a:r>
        </a:p>
      </dgm:t>
    </dgm:pt>
    <dgm:pt modelId="{0DD71CF7-C54B-41E3-A19B-ED5C7DBC8EF3}" type="parTrans" cxnId="{9D7EDD27-963D-4202-B69F-00A333807446}">
      <dgm:prSet/>
      <dgm:spPr/>
      <dgm:t>
        <a:bodyPr/>
        <a:lstStyle/>
        <a:p>
          <a:endParaRPr lang="en-US"/>
        </a:p>
      </dgm:t>
    </dgm:pt>
    <dgm:pt modelId="{3438DDFB-B7BF-445D-8C92-AC2BAA71C690}" type="sibTrans" cxnId="{9D7EDD27-963D-4202-B69F-00A333807446}">
      <dgm:prSet/>
      <dgm:spPr/>
      <dgm:t>
        <a:bodyPr/>
        <a:lstStyle/>
        <a:p>
          <a:endParaRPr lang="en-US"/>
        </a:p>
      </dgm:t>
    </dgm:pt>
    <dgm:pt modelId="{CAA29FFC-5AE3-4730-B9A8-97CBE779F1DB}">
      <dgm:prSet/>
      <dgm:spPr/>
      <dgm:t>
        <a:bodyPr/>
        <a:lstStyle/>
        <a:p>
          <a:r>
            <a:rPr lang="en-US"/>
            <a:t>Unanswered queries stored for admin review</a:t>
          </a:r>
        </a:p>
      </dgm:t>
    </dgm:pt>
    <dgm:pt modelId="{A1CD0A7C-223A-43FE-820B-480DBFCAC0F3}" type="parTrans" cxnId="{711A5B69-5AFE-4364-B593-527C38E809FF}">
      <dgm:prSet/>
      <dgm:spPr/>
      <dgm:t>
        <a:bodyPr/>
        <a:lstStyle/>
        <a:p>
          <a:endParaRPr lang="en-US"/>
        </a:p>
      </dgm:t>
    </dgm:pt>
    <dgm:pt modelId="{A362B783-E463-4703-BCC5-7BEBE8C34F9A}" type="sibTrans" cxnId="{711A5B69-5AFE-4364-B593-527C38E809FF}">
      <dgm:prSet/>
      <dgm:spPr/>
      <dgm:t>
        <a:bodyPr/>
        <a:lstStyle/>
        <a:p>
          <a:endParaRPr lang="en-US"/>
        </a:p>
      </dgm:t>
    </dgm:pt>
    <dgm:pt modelId="{9AE78809-E3B8-4FB9-B3A4-FAF56610A87B}">
      <dgm:prSet/>
      <dgm:spPr/>
      <dgm:t>
        <a:bodyPr/>
        <a:lstStyle/>
        <a:p>
          <a:r>
            <a:rPr lang="en-US"/>
            <a:t>Admin responds &amp; updates FAQ database</a:t>
          </a:r>
        </a:p>
      </dgm:t>
    </dgm:pt>
    <dgm:pt modelId="{466AF277-BBA2-4DE6-9233-641C100F9B92}" type="parTrans" cxnId="{39D1F33A-5FD8-40B8-AA9B-69908B567D88}">
      <dgm:prSet/>
      <dgm:spPr/>
      <dgm:t>
        <a:bodyPr/>
        <a:lstStyle/>
        <a:p>
          <a:endParaRPr lang="en-US"/>
        </a:p>
      </dgm:t>
    </dgm:pt>
    <dgm:pt modelId="{801570CE-D565-4627-9094-6E674FAC928C}" type="sibTrans" cxnId="{39D1F33A-5FD8-40B8-AA9B-69908B567D88}">
      <dgm:prSet/>
      <dgm:spPr/>
      <dgm:t>
        <a:bodyPr/>
        <a:lstStyle/>
        <a:p>
          <a:endParaRPr lang="en-US"/>
        </a:p>
      </dgm:t>
    </dgm:pt>
    <dgm:pt modelId="{5CCC6983-C633-452A-AD2E-27FEDAABFD3F}" type="pres">
      <dgm:prSet presAssocID="{D0A5B8F9-F68E-47AF-ACC5-3A41FE7C0ABB}" presName="vert0" presStyleCnt="0">
        <dgm:presLayoutVars>
          <dgm:dir/>
          <dgm:animOne val="branch"/>
          <dgm:animLvl val="lvl"/>
        </dgm:presLayoutVars>
      </dgm:prSet>
      <dgm:spPr/>
    </dgm:pt>
    <dgm:pt modelId="{A9C7D277-9F70-4128-97E7-325D6C08A974}" type="pres">
      <dgm:prSet presAssocID="{2FD3571A-E6D8-4084-AA60-C2B9A02E7748}" presName="thickLine" presStyleLbl="alignNode1" presStyleIdx="0" presStyleCnt="5"/>
      <dgm:spPr/>
    </dgm:pt>
    <dgm:pt modelId="{BD56D42D-56A7-4857-8871-9496B1459EBE}" type="pres">
      <dgm:prSet presAssocID="{2FD3571A-E6D8-4084-AA60-C2B9A02E7748}" presName="horz1" presStyleCnt="0"/>
      <dgm:spPr/>
    </dgm:pt>
    <dgm:pt modelId="{CB418C51-B604-43EA-9C48-F7C0E4018E26}" type="pres">
      <dgm:prSet presAssocID="{2FD3571A-E6D8-4084-AA60-C2B9A02E7748}" presName="tx1" presStyleLbl="revTx" presStyleIdx="0" presStyleCnt="5"/>
      <dgm:spPr/>
    </dgm:pt>
    <dgm:pt modelId="{33AE59AE-EB6F-45B7-8F86-57AA14ED50D0}" type="pres">
      <dgm:prSet presAssocID="{2FD3571A-E6D8-4084-AA60-C2B9A02E7748}" presName="vert1" presStyleCnt="0"/>
      <dgm:spPr/>
    </dgm:pt>
    <dgm:pt modelId="{95048E46-FB35-4399-AFF6-1D55F5D0830D}" type="pres">
      <dgm:prSet presAssocID="{995968E9-DA34-4B35-9E8B-37BB85F7044A}" presName="thickLine" presStyleLbl="alignNode1" presStyleIdx="1" presStyleCnt="5"/>
      <dgm:spPr/>
    </dgm:pt>
    <dgm:pt modelId="{CB315DC1-C91B-4ED4-88F4-F14BA5382A4D}" type="pres">
      <dgm:prSet presAssocID="{995968E9-DA34-4B35-9E8B-37BB85F7044A}" presName="horz1" presStyleCnt="0"/>
      <dgm:spPr/>
    </dgm:pt>
    <dgm:pt modelId="{83706568-14CC-4DAC-9D15-40A6148C6BDE}" type="pres">
      <dgm:prSet presAssocID="{995968E9-DA34-4B35-9E8B-37BB85F7044A}" presName="tx1" presStyleLbl="revTx" presStyleIdx="1" presStyleCnt="5"/>
      <dgm:spPr/>
    </dgm:pt>
    <dgm:pt modelId="{03A7B465-A85C-4063-A661-FAD6DC008063}" type="pres">
      <dgm:prSet presAssocID="{995968E9-DA34-4B35-9E8B-37BB85F7044A}" presName="vert1" presStyleCnt="0"/>
      <dgm:spPr/>
    </dgm:pt>
    <dgm:pt modelId="{44E7F8FA-7DFD-4B10-8C48-2F7D3D66A7DC}" type="pres">
      <dgm:prSet presAssocID="{6A7F934F-2AFF-4EC6-8167-B7865EA1FDAB}" presName="thickLine" presStyleLbl="alignNode1" presStyleIdx="2" presStyleCnt="5"/>
      <dgm:spPr/>
    </dgm:pt>
    <dgm:pt modelId="{DBCBF2DA-9765-4865-9FCA-F0A4A26A1CF6}" type="pres">
      <dgm:prSet presAssocID="{6A7F934F-2AFF-4EC6-8167-B7865EA1FDAB}" presName="horz1" presStyleCnt="0"/>
      <dgm:spPr/>
    </dgm:pt>
    <dgm:pt modelId="{BFF8A1E8-8332-4EC0-9981-F4FC0970DE0A}" type="pres">
      <dgm:prSet presAssocID="{6A7F934F-2AFF-4EC6-8167-B7865EA1FDAB}" presName="tx1" presStyleLbl="revTx" presStyleIdx="2" presStyleCnt="5"/>
      <dgm:spPr/>
    </dgm:pt>
    <dgm:pt modelId="{3B043494-31D9-42DB-9736-4761DD95CDCE}" type="pres">
      <dgm:prSet presAssocID="{6A7F934F-2AFF-4EC6-8167-B7865EA1FDAB}" presName="vert1" presStyleCnt="0"/>
      <dgm:spPr/>
    </dgm:pt>
    <dgm:pt modelId="{DBCFF53D-1B3D-479E-8FFD-F3EBF971ABCE}" type="pres">
      <dgm:prSet presAssocID="{CAA29FFC-5AE3-4730-B9A8-97CBE779F1DB}" presName="thickLine" presStyleLbl="alignNode1" presStyleIdx="3" presStyleCnt="5"/>
      <dgm:spPr/>
    </dgm:pt>
    <dgm:pt modelId="{FBAC037F-309A-40ED-BFF2-08C8DADDE2F1}" type="pres">
      <dgm:prSet presAssocID="{CAA29FFC-5AE3-4730-B9A8-97CBE779F1DB}" presName="horz1" presStyleCnt="0"/>
      <dgm:spPr/>
    </dgm:pt>
    <dgm:pt modelId="{C64EE5FF-F89F-4426-BF3A-C106E9C9B24F}" type="pres">
      <dgm:prSet presAssocID="{CAA29FFC-5AE3-4730-B9A8-97CBE779F1DB}" presName="tx1" presStyleLbl="revTx" presStyleIdx="3" presStyleCnt="5"/>
      <dgm:spPr/>
    </dgm:pt>
    <dgm:pt modelId="{E2457204-999B-4F24-9705-94E665FC1068}" type="pres">
      <dgm:prSet presAssocID="{CAA29FFC-5AE3-4730-B9A8-97CBE779F1DB}" presName="vert1" presStyleCnt="0"/>
      <dgm:spPr/>
    </dgm:pt>
    <dgm:pt modelId="{47FFE630-9399-4226-95BB-48538484BDFE}" type="pres">
      <dgm:prSet presAssocID="{9AE78809-E3B8-4FB9-B3A4-FAF56610A87B}" presName="thickLine" presStyleLbl="alignNode1" presStyleIdx="4" presStyleCnt="5"/>
      <dgm:spPr/>
    </dgm:pt>
    <dgm:pt modelId="{20AFF898-F733-4327-BDE8-ED35CF63E6D4}" type="pres">
      <dgm:prSet presAssocID="{9AE78809-E3B8-4FB9-B3A4-FAF56610A87B}" presName="horz1" presStyleCnt="0"/>
      <dgm:spPr/>
    </dgm:pt>
    <dgm:pt modelId="{B9F8D567-A5A2-49CB-ACE8-D6B4D008C9AB}" type="pres">
      <dgm:prSet presAssocID="{9AE78809-E3B8-4FB9-B3A4-FAF56610A87B}" presName="tx1" presStyleLbl="revTx" presStyleIdx="4" presStyleCnt="5"/>
      <dgm:spPr/>
    </dgm:pt>
    <dgm:pt modelId="{ECD7CC21-CD6B-48F8-97EA-A8895FFE2DF8}" type="pres">
      <dgm:prSet presAssocID="{9AE78809-E3B8-4FB9-B3A4-FAF56610A87B}" presName="vert1" presStyleCnt="0"/>
      <dgm:spPr/>
    </dgm:pt>
  </dgm:ptLst>
  <dgm:cxnLst>
    <dgm:cxn modelId="{9D7EDD27-963D-4202-B69F-00A333807446}" srcId="{D0A5B8F9-F68E-47AF-ACC5-3A41FE7C0ABB}" destId="{6A7F934F-2AFF-4EC6-8167-B7865EA1FDAB}" srcOrd="2" destOrd="0" parTransId="{0DD71CF7-C54B-41E3-A19B-ED5C7DBC8EF3}" sibTransId="{3438DDFB-B7BF-445D-8C92-AC2BAA71C690}"/>
    <dgm:cxn modelId="{39D1F33A-5FD8-40B8-AA9B-69908B567D88}" srcId="{D0A5B8F9-F68E-47AF-ACC5-3A41FE7C0ABB}" destId="{9AE78809-E3B8-4FB9-B3A4-FAF56610A87B}" srcOrd="4" destOrd="0" parTransId="{466AF277-BBA2-4DE6-9233-641C100F9B92}" sibTransId="{801570CE-D565-4627-9094-6E674FAC928C}"/>
    <dgm:cxn modelId="{CF1E2D64-0939-4DBE-82BF-6E89F972A1FD}" type="presOf" srcId="{CAA29FFC-5AE3-4730-B9A8-97CBE779F1DB}" destId="{C64EE5FF-F89F-4426-BF3A-C106E9C9B24F}" srcOrd="0" destOrd="0" presId="urn:microsoft.com/office/officeart/2008/layout/LinedList"/>
    <dgm:cxn modelId="{711A5B69-5AFE-4364-B593-527C38E809FF}" srcId="{D0A5B8F9-F68E-47AF-ACC5-3A41FE7C0ABB}" destId="{CAA29FFC-5AE3-4730-B9A8-97CBE779F1DB}" srcOrd="3" destOrd="0" parTransId="{A1CD0A7C-223A-43FE-820B-480DBFCAC0F3}" sibTransId="{A362B783-E463-4703-BCC5-7BEBE8C34F9A}"/>
    <dgm:cxn modelId="{9B74F085-B97E-43C4-A647-FE7C605CA78D}" type="presOf" srcId="{D0A5B8F9-F68E-47AF-ACC5-3A41FE7C0ABB}" destId="{5CCC6983-C633-452A-AD2E-27FEDAABFD3F}" srcOrd="0" destOrd="0" presId="urn:microsoft.com/office/officeart/2008/layout/LinedList"/>
    <dgm:cxn modelId="{23EC5B93-7757-4941-8AC5-F565F70CE98E}" srcId="{D0A5B8F9-F68E-47AF-ACC5-3A41FE7C0ABB}" destId="{995968E9-DA34-4B35-9E8B-37BB85F7044A}" srcOrd="1" destOrd="0" parTransId="{02649752-AA9D-48CC-90A5-3620B3740F75}" sibTransId="{A9CAFEFE-94B4-43A7-90B7-9DE96829C883}"/>
    <dgm:cxn modelId="{BCA1219A-C38C-42B0-B9EB-1B3C7F984D57}" type="presOf" srcId="{995968E9-DA34-4B35-9E8B-37BB85F7044A}" destId="{83706568-14CC-4DAC-9D15-40A6148C6BDE}" srcOrd="0" destOrd="0" presId="urn:microsoft.com/office/officeart/2008/layout/LinedList"/>
    <dgm:cxn modelId="{EC59239A-BCCA-4316-8B36-62DF30630B29}" type="presOf" srcId="{2FD3571A-E6D8-4084-AA60-C2B9A02E7748}" destId="{CB418C51-B604-43EA-9C48-F7C0E4018E26}" srcOrd="0" destOrd="0" presId="urn:microsoft.com/office/officeart/2008/layout/LinedList"/>
    <dgm:cxn modelId="{0A74D79E-58B9-4B2E-B41E-9201E8F0BFF5}" type="presOf" srcId="{6A7F934F-2AFF-4EC6-8167-B7865EA1FDAB}" destId="{BFF8A1E8-8332-4EC0-9981-F4FC0970DE0A}" srcOrd="0" destOrd="0" presId="urn:microsoft.com/office/officeart/2008/layout/LinedList"/>
    <dgm:cxn modelId="{4DB7D1D9-13A7-4BE9-9770-02DE18F2CE07}" srcId="{D0A5B8F9-F68E-47AF-ACC5-3A41FE7C0ABB}" destId="{2FD3571A-E6D8-4084-AA60-C2B9A02E7748}" srcOrd="0" destOrd="0" parTransId="{95B34712-F576-42ED-B8C6-D826DE906B38}" sibTransId="{D65FB6B3-21D0-4BFF-96D0-6516DD67C98D}"/>
    <dgm:cxn modelId="{285B83EB-AA0C-48AA-A076-08A667F0C587}" type="presOf" srcId="{9AE78809-E3B8-4FB9-B3A4-FAF56610A87B}" destId="{B9F8D567-A5A2-49CB-ACE8-D6B4D008C9AB}" srcOrd="0" destOrd="0" presId="urn:microsoft.com/office/officeart/2008/layout/LinedList"/>
    <dgm:cxn modelId="{7A23F2C8-69C9-499B-B0E6-12A6F089F95F}" type="presParOf" srcId="{5CCC6983-C633-452A-AD2E-27FEDAABFD3F}" destId="{A9C7D277-9F70-4128-97E7-325D6C08A974}" srcOrd="0" destOrd="0" presId="urn:microsoft.com/office/officeart/2008/layout/LinedList"/>
    <dgm:cxn modelId="{B722D92B-03F2-430F-84A5-D943D726C560}" type="presParOf" srcId="{5CCC6983-C633-452A-AD2E-27FEDAABFD3F}" destId="{BD56D42D-56A7-4857-8871-9496B1459EBE}" srcOrd="1" destOrd="0" presId="urn:microsoft.com/office/officeart/2008/layout/LinedList"/>
    <dgm:cxn modelId="{85444B71-4825-48A5-9E35-6C4E7E18DA4A}" type="presParOf" srcId="{BD56D42D-56A7-4857-8871-9496B1459EBE}" destId="{CB418C51-B604-43EA-9C48-F7C0E4018E26}" srcOrd="0" destOrd="0" presId="urn:microsoft.com/office/officeart/2008/layout/LinedList"/>
    <dgm:cxn modelId="{E7F3E294-17DA-477B-94AB-54AC9CA7672F}" type="presParOf" srcId="{BD56D42D-56A7-4857-8871-9496B1459EBE}" destId="{33AE59AE-EB6F-45B7-8F86-57AA14ED50D0}" srcOrd="1" destOrd="0" presId="urn:microsoft.com/office/officeart/2008/layout/LinedList"/>
    <dgm:cxn modelId="{1BB0EFAE-CA30-4D1C-966C-E357CB3320D0}" type="presParOf" srcId="{5CCC6983-C633-452A-AD2E-27FEDAABFD3F}" destId="{95048E46-FB35-4399-AFF6-1D55F5D0830D}" srcOrd="2" destOrd="0" presId="urn:microsoft.com/office/officeart/2008/layout/LinedList"/>
    <dgm:cxn modelId="{E4A3518F-C522-41A3-9DC9-7F89ABEA3397}" type="presParOf" srcId="{5CCC6983-C633-452A-AD2E-27FEDAABFD3F}" destId="{CB315DC1-C91B-4ED4-88F4-F14BA5382A4D}" srcOrd="3" destOrd="0" presId="urn:microsoft.com/office/officeart/2008/layout/LinedList"/>
    <dgm:cxn modelId="{D5E2CBE8-E478-493B-9868-B0C13EA20011}" type="presParOf" srcId="{CB315DC1-C91B-4ED4-88F4-F14BA5382A4D}" destId="{83706568-14CC-4DAC-9D15-40A6148C6BDE}" srcOrd="0" destOrd="0" presId="urn:microsoft.com/office/officeart/2008/layout/LinedList"/>
    <dgm:cxn modelId="{810EAC13-E56C-4834-9E1A-D8C7EAC860B8}" type="presParOf" srcId="{CB315DC1-C91B-4ED4-88F4-F14BA5382A4D}" destId="{03A7B465-A85C-4063-A661-FAD6DC008063}" srcOrd="1" destOrd="0" presId="urn:microsoft.com/office/officeart/2008/layout/LinedList"/>
    <dgm:cxn modelId="{887DA3D3-65E8-4275-BB7C-12F077B6F7BD}" type="presParOf" srcId="{5CCC6983-C633-452A-AD2E-27FEDAABFD3F}" destId="{44E7F8FA-7DFD-4B10-8C48-2F7D3D66A7DC}" srcOrd="4" destOrd="0" presId="urn:microsoft.com/office/officeart/2008/layout/LinedList"/>
    <dgm:cxn modelId="{BAC09961-56C0-4FF7-BECC-BF808C8A3608}" type="presParOf" srcId="{5CCC6983-C633-452A-AD2E-27FEDAABFD3F}" destId="{DBCBF2DA-9765-4865-9FCA-F0A4A26A1CF6}" srcOrd="5" destOrd="0" presId="urn:microsoft.com/office/officeart/2008/layout/LinedList"/>
    <dgm:cxn modelId="{DE56E489-D7E8-40B9-9321-44159433D1AE}" type="presParOf" srcId="{DBCBF2DA-9765-4865-9FCA-F0A4A26A1CF6}" destId="{BFF8A1E8-8332-4EC0-9981-F4FC0970DE0A}" srcOrd="0" destOrd="0" presId="urn:microsoft.com/office/officeart/2008/layout/LinedList"/>
    <dgm:cxn modelId="{34634A79-F149-4353-B7F7-01C59DDADC1C}" type="presParOf" srcId="{DBCBF2DA-9765-4865-9FCA-F0A4A26A1CF6}" destId="{3B043494-31D9-42DB-9736-4761DD95CDCE}" srcOrd="1" destOrd="0" presId="urn:microsoft.com/office/officeart/2008/layout/LinedList"/>
    <dgm:cxn modelId="{79C74635-DC6D-4DFA-BF19-DD8305D0743D}" type="presParOf" srcId="{5CCC6983-C633-452A-AD2E-27FEDAABFD3F}" destId="{DBCFF53D-1B3D-479E-8FFD-F3EBF971ABCE}" srcOrd="6" destOrd="0" presId="urn:microsoft.com/office/officeart/2008/layout/LinedList"/>
    <dgm:cxn modelId="{CA222A1D-A7F0-4BDC-8A7C-DD3D159A929D}" type="presParOf" srcId="{5CCC6983-C633-452A-AD2E-27FEDAABFD3F}" destId="{FBAC037F-309A-40ED-BFF2-08C8DADDE2F1}" srcOrd="7" destOrd="0" presId="urn:microsoft.com/office/officeart/2008/layout/LinedList"/>
    <dgm:cxn modelId="{DABCD625-FC93-40BA-9C29-87A5D9ADC32A}" type="presParOf" srcId="{FBAC037F-309A-40ED-BFF2-08C8DADDE2F1}" destId="{C64EE5FF-F89F-4426-BF3A-C106E9C9B24F}" srcOrd="0" destOrd="0" presId="urn:microsoft.com/office/officeart/2008/layout/LinedList"/>
    <dgm:cxn modelId="{A82F99A3-2D9E-4592-B5F5-21F186BFF1A5}" type="presParOf" srcId="{FBAC037F-309A-40ED-BFF2-08C8DADDE2F1}" destId="{E2457204-999B-4F24-9705-94E665FC1068}" srcOrd="1" destOrd="0" presId="urn:microsoft.com/office/officeart/2008/layout/LinedList"/>
    <dgm:cxn modelId="{7E1656DE-B785-4D62-AAD3-94AC6C9CE58B}" type="presParOf" srcId="{5CCC6983-C633-452A-AD2E-27FEDAABFD3F}" destId="{47FFE630-9399-4226-95BB-48538484BDFE}" srcOrd="8" destOrd="0" presId="urn:microsoft.com/office/officeart/2008/layout/LinedList"/>
    <dgm:cxn modelId="{86848C9C-4820-4CB4-93C0-556BB27D5380}" type="presParOf" srcId="{5CCC6983-C633-452A-AD2E-27FEDAABFD3F}" destId="{20AFF898-F733-4327-BDE8-ED35CF63E6D4}" srcOrd="9" destOrd="0" presId="urn:microsoft.com/office/officeart/2008/layout/LinedList"/>
    <dgm:cxn modelId="{4966E5E3-F963-4A6A-A5DB-0188E358DDEB}" type="presParOf" srcId="{20AFF898-F733-4327-BDE8-ED35CF63E6D4}" destId="{B9F8D567-A5A2-49CB-ACE8-D6B4D008C9AB}" srcOrd="0" destOrd="0" presId="urn:microsoft.com/office/officeart/2008/layout/LinedList"/>
    <dgm:cxn modelId="{ECF3C7AC-8E83-4998-9882-E754707866FF}" type="presParOf" srcId="{20AFF898-F733-4327-BDE8-ED35CF63E6D4}" destId="{ECD7CC21-CD6B-48F8-97EA-A8895FFE2D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4C252E-F4E0-46FF-910E-F372FF3AB7A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406538-210E-48C1-9927-AF38D79C1FB7}">
      <dgm:prSet/>
      <dgm:spPr/>
      <dgm:t>
        <a:bodyPr/>
        <a:lstStyle/>
        <a:p>
          <a:r>
            <a:rPr lang="en-US"/>
            <a:t>Table 1: faq — stored Q&amp;A dataset</a:t>
          </a:r>
        </a:p>
      </dgm:t>
    </dgm:pt>
    <dgm:pt modelId="{E8F641CC-B87F-48CE-9804-9FA3B5B320BE}" type="parTrans" cxnId="{F8643834-257C-4A18-B977-20CF3FD5F88F}">
      <dgm:prSet/>
      <dgm:spPr/>
      <dgm:t>
        <a:bodyPr/>
        <a:lstStyle/>
        <a:p>
          <a:endParaRPr lang="en-US"/>
        </a:p>
      </dgm:t>
    </dgm:pt>
    <dgm:pt modelId="{604E4D07-8350-403E-8EA5-39B5AECC46E3}" type="sibTrans" cxnId="{F8643834-257C-4A18-B977-20CF3FD5F88F}">
      <dgm:prSet/>
      <dgm:spPr/>
      <dgm:t>
        <a:bodyPr/>
        <a:lstStyle/>
        <a:p>
          <a:endParaRPr lang="en-US"/>
        </a:p>
      </dgm:t>
    </dgm:pt>
    <dgm:pt modelId="{58B2EA1A-A22E-4051-8662-8850A11B2010}">
      <dgm:prSet/>
      <dgm:spPr/>
      <dgm:t>
        <a:bodyPr/>
        <a:lstStyle/>
        <a:p>
          <a:r>
            <a:rPr lang="en-US"/>
            <a:t>Table 2: pending_queries — new questions &amp; user emails</a:t>
          </a:r>
        </a:p>
      </dgm:t>
    </dgm:pt>
    <dgm:pt modelId="{CA5A9FBC-4861-4621-AC77-E8912C376816}" type="parTrans" cxnId="{5B81D24A-5743-4DFD-A47C-85B58CA791C0}">
      <dgm:prSet/>
      <dgm:spPr/>
      <dgm:t>
        <a:bodyPr/>
        <a:lstStyle/>
        <a:p>
          <a:endParaRPr lang="en-US"/>
        </a:p>
      </dgm:t>
    </dgm:pt>
    <dgm:pt modelId="{8C44A015-B7C3-4403-8AB7-0E583C7E7B13}" type="sibTrans" cxnId="{5B81D24A-5743-4DFD-A47C-85B58CA791C0}">
      <dgm:prSet/>
      <dgm:spPr/>
      <dgm:t>
        <a:bodyPr/>
        <a:lstStyle/>
        <a:p>
          <a:endParaRPr lang="en-US"/>
        </a:p>
      </dgm:t>
    </dgm:pt>
    <dgm:pt modelId="{77A0ADBC-690E-40B5-AB3A-66C16864A624}">
      <dgm:prSet/>
      <dgm:spPr/>
      <dgm:t>
        <a:bodyPr/>
        <a:lstStyle/>
        <a:p>
          <a:r>
            <a:rPr lang="en-US"/>
            <a:t>Simple schema ensures fast access &amp; scaling</a:t>
          </a:r>
        </a:p>
      </dgm:t>
    </dgm:pt>
    <dgm:pt modelId="{84305FDE-C5DC-4DFB-BC5E-D880028E355D}" type="parTrans" cxnId="{BCFB914C-A35D-4E3C-A1BB-8F6744AC11D8}">
      <dgm:prSet/>
      <dgm:spPr/>
      <dgm:t>
        <a:bodyPr/>
        <a:lstStyle/>
        <a:p>
          <a:endParaRPr lang="en-US"/>
        </a:p>
      </dgm:t>
    </dgm:pt>
    <dgm:pt modelId="{25655D20-36A2-45C5-96A9-D63CA926BAE6}" type="sibTrans" cxnId="{BCFB914C-A35D-4E3C-A1BB-8F6744AC11D8}">
      <dgm:prSet/>
      <dgm:spPr/>
      <dgm:t>
        <a:bodyPr/>
        <a:lstStyle/>
        <a:p>
          <a:endParaRPr lang="en-US"/>
        </a:p>
      </dgm:t>
    </dgm:pt>
    <dgm:pt modelId="{57593963-DA0E-4E19-8C37-5DECB590DB05}" type="pres">
      <dgm:prSet presAssocID="{7C4C252E-F4E0-46FF-910E-F372FF3AB7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477F79-9B36-412A-A7B9-A6B79A0DF8FE}" type="pres">
      <dgm:prSet presAssocID="{62406538-210E-48C1-9927-AF38D79C1FB7}" presName="hierRoot1" presStyleCnt="0"/>
      <dgm:spPr/>
    </dgm:pt>
    <dgm:pt modelId="{3D7853CD-7A3F-4F1C-9352-E81E78353ABB}" type="pres">
      <dgm:prSet presAssocID="{62406538-210E-48C1-9927-AF38D79C1FB7}" presName="composite" presStyleCnt="0"/>
      <dgm:spPr/>
    </dgm:pt>
    <dgm:pt modelId="{7BAEB7A9-908A-4632-846D-F67AA1427B06}" type="pres">
      <dgm:prSet presAssocID="{62406538-210E-48C1-9927-AF38D79C1FB7}" presName="background" presStyleLbl="node0" presStyleIdx="0" presStyleCnt="3"/>
      <dgm:spPr/>
    </dgm:pt>
    <dgm:pt modelId="{AE0EE4CF-51E3-4E90-9245-1708645191C3}" type="pres">
      <dgm:prSet presAssocID="{62406538-210E-48C1-9927-AF38D79C1FB7}" presName="text" presStyleLbl="fgAcc0" presStyleIdx="0" presStyleCnt="3">
        <dgm:presLayoutVars>
          <dgm:chPref val="3"/>
        </dgm:presLayoutVars>
      </dgm:prSet>
      <dgm:spPr/>
    </dgm:pt>
    <dgm:pt modelId="{B552F5E1-70B7-4D88-9219-BC6E410C5047}" type="pres">
      <dgm:prSet presAssocID="{62406538-210E-48C1-9927-AF38D79C1FB7}" presName="hierChild2" presStyleCnt="0"/>
      <dgm:spPr/>
    </dgm:pt>
    <dgm:pt modelId="{61210BC3-B12F-4046-9681-9B2DB05FFD99}" type="pres">
      <dgm:prSet presAssocID="{58B2EA1A-A22E-4051-8662-8850A11B2010}" presName="hierRoot1" presStyleCnt="0"/>
      <dgm:spPr/>
    </dgm:pt>
    <dgm:pt modelId="{3395644A-F497-4393-A794-63E718E8F5E7}" type="pres">
      <dgm:prSet presAssocID="{58B2EA1A-A22E-4051-8662-8850A11B2010}" presName="composite" presStyleCnt="0"/>
      <dgm:spPr/>
    </dgm:pt>
    <dgm:pt modelId="{3F9B2121-699C-4746-B52B-7C10166192D6}" type="pres">
      <dgm:prSet presAssocID="{58B2EA1A-A22E-4051-8662-8850A11B2010}" presName="background" presStyleLbl="node0" presStyleIdx="1" presStyleCnt="3"/>
      <dgm:spPr/>
    </dgm:pt>
    <dgm:pt modelId="{25635AFF-0423-4DDD-BFA8-FF3440781D69}" type="pres">
      <dgm:prSet presAssocID="{58B2EA1A-A22E-4051-8662-8850A11B2010}" presName="text" presStyleLbl="fgAcc0" presStyleIdx="1" presStyleCnt="3">
        <dgm:presLayoutVars>
          <dgm:chPref val="3"/>
        </dgm:presLayoutVars>
      </dgm:prSet>
      <dgm:spPr/>
    </dgm:pt>
    <dgm:pt modelId="{A0872BA8-1D9C-4B8E-9B87-5E9E0ABC8D57}" type="pres">
      <dgm:prSet presAssocID="{58B2EA1A-A22E-4051-8662-8850A11B2010}" presName="hierChild2" presStyleCnt="0"/>
      <dgm:spPr/>
    </dgm:pt>
    <dgm:pt modelId="{E25077EA-8ED3-456D-A264-FEFF8CC8E6DB}" type="pres">
      <dgm:prSet presAssocID="{77A0ADBC-690E-40B5-AB3A-66C16864A624}" presName="hierRoot1" presStyleCnt="0"/>
      <dgm:spPr/>
    </dgm:pt>
    <dgm:pt modelId="{B70E1683-A71B-4BEA-BCCD-2431DA4A68AD}" type="pres">
      <dgm:prSet presAssocID="{77A0ADBC-690E-40B5-AB3A-66C16864A624}" presName="composite" presStyleCnt="0"/>
      <dgm:spPr/>
    </dgm:pt>
    <dgm:pt modelId="{453E61A2-6AAA-4CB2-B6A7-F06258E07B0B}" type="pres">
      <dgm:prSet presAssocID="{77A0ADBC-690E-40B5-AB3A-66C16864A624}" presName="background" presStyleLbl="node0" presStyleIdx="2" presStyleCnt="3"/>
      <dgm:spPr/>
    </dgm:pt>
    <dgm:pt modelId="{23C2E93E-0E97-4CDF-A36B-2C9767A49A77}" type="pres">
      <dgm:prSet presAssocID="{77A0ADBC-690E-40B5-AB3A-66C16864A624}" presName="text" presStyleLbl="fgAcc0" presStyleIdx="2" presStyleCnt="3">
        <dgm:presLayoutVars>
          <dgm:chPref val="3"/>
        </dgm:presLayoutVars>
      </dgm:prSet>
      <dgm:spPr/>
    </dgm:pt>
    <dgm:pt modelId="{D721D414-CDCF-45F5-9C06-9696C9A30425}" type="pres">
      <dgm:prSet presAssocID="{77A0ADBC-690E-40B5-AB3A-66C16864A624}" presName="hierChild2" presStyleCnt="0"/>
      <dgm:spPr/>
    </dgm:pt>
  </dgm:ptLst>
  <dgm:cxnLst>
    <dgm:cxn modelId="{93B17718-7336-40B0-911B-6884C3051BB5}" type="presOf" srcId="{58B2EA1A-A22E-4051-8662-8850A11B2010}" destId="{25635AFF-0423-4DDD-BFA8-FF3440781D69}" srcOrd="0" destOrd="0" presId="urn:microsoft.com/office/officeart/2005/8/layout/hierarchy1"/>
    <dgm:cxn modelId="{F8643834-257C-4A18-B977-20CF3FD5F88F}" srcId="{7C4C252E-F4E0-46FF-910E-F372FF3AB7A3}" destId="{62406538-210E-48C1-9927-AF38D79C1FB7}" srcOrd="0" destOrd="0" parTransId="{E8F641CC-B87F-48CE-9804-9FA3B5B320BE}" sibTransId="{604E4D07-8350-403E-8EA5-39B5AECC46E3}"/>
    <dgm:cxn modelId="{5B81D24A-5743-4DFD-A47C-85B58CA791C0}" srcId="{7C4C252E-F4E0-46FF-910E-F372FF3AB7A3}" destId="{58B2EA1A-A22E-4051-8662-8850A11B2010}" srcOrd="1" destOrd="0" parTransId="{CA5A9FBC-4861-4621-AC77-E8912C376816}" sibTransId="{8C44A015-B7C3-4403-8AB7-0E583C7E7B13}"/>
    <dgm:cxn modelId="{BCFB914C-A35D-4E3C-A1BB-8F6744AC11D8}" srcId="{7C4C252E-F4E0-46FF-910E-F372FF3AB7A3}" destId="{77A0ADBC-690E-40B5-AB3A-66C16864A624}" srcOrd="2" destOrd="0" parTransId="{84305FDE-C5DC-4DFB-BC5E-D880028E355D}" sibTransId="{25655D20-36A2-45C5-96A9-D63CA926BAE6}"/>
    <dgm:cxn modelId="{0179A177-F4C0-4834-817F-1DA9EBE91888}" type="presOf" srcId="{77A0ADBC-690E-40B5-AB3A-66C16864A624}" destId="{23C2E93E-0E97-4CDF-A36B-2C9767A49A77}" srcOrd="0" destOrd="0" presId="urn:microsoft.com/office/officeart/2005/8/layout/hierarchy1"/>
    <dgm:cxn modelId="{26CBEAB9-FD5F-4F92-B744-0DB8DADE85F0}" type="presOf" srcId="{7C4C252E-F4E0-46FF-910E-F372FF3AB7A3}" destId="{57593963-DA0E-4E19-8C37-5DECB590DB05}" srcOrd="0" destOrd="0" presId="urn:microsoft.com/office/officeart/2005/8/layout/hierarchy1"/>
    <dgm:cxn modelId="{C37C5EE3-E15F-4529-A143-F27479CC619B}" type="presOf" srcId="{62406538-210E-48C1-9927-AF38D79C1FB7}" destId="{AE0EE4CF-51E3-4E90-9245-1708645191C3}" srcOrd="0" destOrd="0" presId="urn:microsoft.com/office/officeart/2005/8/layout/hierarchy1"/>
    <dgm:cxn modelId="{8AA1AF2E-D6C1-4710-B4F6-3C0C6F124DA7}" type="presParOf" srcId="{57593963-DA0E-4E19-8C37-5DECB590DB05}" destId="{71477F79-9B36-412A-A7B9-A6B79A0DF8FE}" srcOrd="0" destOrd="0" presId="urn:microsoft.com/office/officeart/2005/8/layout/hierarchy1"/>
    <dgm:cxn modelId="{B0E576EA-8274-4E7D-B31D-64E34D719AC3}" type="presParOf" srcId="{71477F79-9B36-412A-A7B9-A6B79A0DF8FE}" destId="{3D7853CD-7A3F-4F1C-9352-E81E78353ABB}" srcOrd="0" destOrd="0" presId="urn:microsoft.com/office/officeart/2005/8/layout/hierarchy1"/>
    <dgm:cxn modelId="{EACCD3CA-9DFB-4550-9176-E4BDAFF2CEA1}" type="presParOf" srcId="{3D7853CD-7A3F-4F1C-9352-E81E78353ABB}" destId="{7BAEB7A9-908A-4632-846D-F67AA1427B06}" srcOrd="0" destOrd="0" presId="urn:microsoft.com/office/officeart/2005/8/layout/hierarchy1"/>
    <dgm:cxn modelId="{221699AB-4D96-49CF-A51B-37F777128BBC}" type="presParOf" srcId="{3D7853CD-7A3F-4F1C-9352-E81E78353ABB}" destId="{AE0EE4CF-51E3-4E90-9245-1708645191C3}" srcOrd="1" destOrd="0" presId="urn:microsoft.com/office/officeart/2005/8/layout/hierarchy1"/>
    <dgm:cxn modelId="{E949A6C0-A732-4696-B63A-1564F9D336C0}" type="presParOf" srcId="{71477F79-9B36-412A-A7B9-A6B79A0DF8FE}" destId="{B552F5E1-70B7-4D88-9219-BC6E410C5047}" srcOrd="1" destOrd="0" presId="urn:microsoft.com/office/officeart/2005/8/layout/hierarchy1"/>
    <dgm:cxn modelId="{5AA7564C-7A08-4478-BC05-5A18DE40A576}" type="presParOf" srcId="{57593963-DA0E-4E19-8C37-5DECB590DB05}" destId="{61210BC3-B12F-4046-9681-9B2DB05FFD99}" srcOrd="1" destOrd="0" presId="urn:microsoft.com/office/officeart/2005/8/layout/hierarchy1"/>
    <dgm:cxn modelId="{53F8A77A-E9F7-4061-9DA8-B8E4BC0296DC}" type="presParOf" srcId="{61210BC3-B12F-4046-9681-9B2DB05FFD99}" destId="{3395644A-F497-4393-A794-63E718E8F5E7}" srcOrd="0" destOrd="0" presId="urn:microsoft.com/office/officeart/2005/8/layout/hierarchy1"/>
    <dgm:cxn modelId="{EFBD9661-5089-4F97-8C16-51905B55CF8A}" type="presParOf" srcId="{3395644A-F497-4393-A794-63E718E8F5E7}" destId="{3F9B2121-699C-4746-B52B-7C10166192D6}" srcOrd="0" destOrd="0" presId="urn:microsoft.com/office/officeart/2005/8/layout/hierarchy1"/>
    <dgm:cxn modelId="{62114DB5-AD78-4016-AFA7-7CAA8AA26DCC}" type="presParOf" srcId="{3395644A-F497-4393-A794-63E718E8F5E7}" destId="{25635AFF-0423-4DDD-BFA8-FF3440781D69}" srcOrd="1" destOrd="0" presId="urn:microsoft.com/office/officeart/2005/8/layout/hierarchy1"/>
    <dgm:cxn modelId="{3C72BC39-6BAC-48C3-82ED-265DDAFEA21F}" type="presParOf" srcId="{61210BC3-B12F-4046-9681-9B2DB05FFD99}" destId="{A0872BA8-1D9C-4B8E-9B87-5E9E0ABC8D57}" srcOrd="1" destOrd="0" presId="urn:microsoft.com/office/officeart/2005/8/layout/hierarchy1"/>
    <dgm:cxn modelId="{D62B02E8-6F3A-4202-BBC7-D63FAAB4F2A9}" type="presParOf" srcId="{57593963-DA0E-4E19-8C37-5DECB590DB05}" destId="{E25077EA-8ED3-456D-A264-FEFF8CC8E6DB}" srcOrd="2" destOrd="0" presId="urn:microsoft.com/office/officeart/2005/8/layout/hierarchy1"/>
    <dgm:cxn modelId="{AAC11470-A6DA-4BD7-AF9C-8D880A4E96B7}" type="presParOf" srcId="{E25077EA-8ED3-456D-A264-FEFF8CC8E6DB}" destId="{B70E1683-A71B-4BEA-BCCD-2431DA4A68AD}" srcOrd="0" destOrd="0" presId="urn:microsoft.com/office/officeart/2005/8/layout/hierarchy1"/>
    <dgm:cxn modelId="{C7E073D6-467E-40DF-86AF-1758D1395E20}" type="presParOf" srcId="{B70E1683-A71B-4BEA-BCCD-2431DA4A68AD}" destId="{453E61A2-6AAA-4CB2-B6A7-F06258E07B0B}" srcOrd="0" destOrd="0" presId="urn:microsoft.com/office/officeart/2005/8/layout/hierarchy1"/>
    <dgm:cxn modelId="{EB54271D-35F8-4947-9410-F006D55A9DED}" type="presParOf" srcId="{B70E1683-A71B-4BEA-BCCD-2431DA4A68AD}" destId="{23C2E93E-0E97-4CDF-A36B-2C9767A49A77}" srcOrd="1" destOrd="0" presId="urn:microsoft.com/office/officeart/2005/8/layout/hierarchy1"/>
    <dgm:cxn modelId="{B3CC0372-8A2A-4132-81FB-1B785DBB7B40}" type="presParOf" srcId="{E25077EA-8ED3-456D-A264-FEFF8CC8E6DB}" destId="{D721D414-CDCF-45F5-9C06-9696C9A304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991641-8486-419E-8502-232B92A8F4F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0C54A6-8693-48FA-AA4A-16145B19CC97}">
      <dgm:prSet/>
      <dgm:spPr/>
      <dgm:t>
        <a:bodyPr/>
        <a:lstStyle/>
        <a:p>
          <a:pPr>
            <a:defRPr cap="all"/>
          </a:pPr>
          <a:r>
            <a:rPr lang="en-US"/>
            <a:t>Token-based set similarity calculation</a:t>
          </a:r>
        </a:p>
      </dgm:t>
    </dgm:pt>
    <dgm:pt modelId="{6910210E-C720-47AE-B77F-CF53E042B342}" type="parTrans" cxnId="{5015CC3B-21DE-4057-956C-D76CF5329B05}">
      <dgm:prSet/>
      <dgm:spPr/>
      <dgm:t>
        <a:bodyPr/>
        <a:lstStyle/>
        <a:p>
          <a:endParaRPr lang="en-US"/>
        </a:p>
      </dgm:t>
    </dgm:pt>
    <dgm:pt modelId="{DA53C014-7353-4AD4-9E5A-85C0A27A528C}" type="sibTrans" cxnId="{5015CC3B-21DE-4057-956C-D76CF5329B05}">
      <dgm:prSet/>
      <dgm:spPr/>
      <dgm:t>
        <a:bodyPr/>
        <a:lstStyle/>
        <a:p>
          <a:endParaRPr lang="en-US"/>
        </a:p>
      </dgm:t>
    </dgm:pt>
    <dgm:pt modelId="{ADBE452C-B89D-4551-8DD9-6A99B0DC613D}">
      <dgm:prSet/>
      <dgm:spPr/>
      <dgm:t>
        <a:bodyPr/>
        <a:lstStyle/>
        <a:p>
          <a:pPr>
            <a:defRPr cap="all"/>
          </a:pPr>
          <a:r>
            <a:rPr lang="en-US"/>
            <a:t>Measures overlap between user query &amp; stored FAQ</a:t>
          </a:r>
        </a:p>
      </dgm:t>
    </dgm:pt>
    <dgm:pt modelId="{C71866AE-6974-4210-89E7-906704AA3295}" type="parTrans" cxnId="{E302F49F-5935-4367-B105-40900DCBF8E7}">
      <dgm:prSet/>
      <dgm:spPr/>
      <dgm:t>
        <a:bodyPr/>
        <a:lstStyle/>
        <a:p>
          <a:endParaRPr lang="en-US"/>
        </a:p>
      </dgm:t>
    </dgm:pt>
    <dgm:pt modelId="{28DE837E-7ABD-4D22-8392-EC50E8C57FBF}" type="sibTrans" cxnId="{E302F49F-5935-4367-B105-40900DCBF8E7}">
      <dgm:prSet/>
      <dgm:spPr/>
      <dgm:t>
        <a:bodyPr/>
        <a:lstStyle/>
        <a:p>
          <a:endParaRPr lang="en-US"/>
        </a:p>
      </dgm:t>
    </dgm:pt>
    <dgm:pt modelId="{9E9C1BB2-18BB-4D93-A03C-386D248C574F}">
      <dgm:prSet/>
      <dgm:spPr/>
      <dgm:t>
        <a:bodyPr/>
        <a:lstStyle/>
        <a:p>
          <a:pPr>
            <a:defRPr cap="all"/>
          </a:pPr>
          <a:r>
            <a:rPr lang="en-US"/>
            <a:t>Threshold ensures accurate responses</a:t>
          </a:r>
        </a:p>
      </dgm:t>
    </dgm:pt>
    <dgm:pt modelId="{3B5A722C-4D15-4AA1-9339-8359EA378C56}" type="parTrans" cxnId="{E99948BF-5B08-45E2-9CED-CFA381321B32}">
      <dgm:prSet/>
      <dgm:spPr/>
      <dgm:t>
        <a:bodyPr/>
        <a:lstStyle/>
        <a:p>
          <a:endParaRPr lang="en-US"/>
        </a:p>
      </dgm:t>
    </dgm:pt>
    <dgm:pt modelId="{5A34C7E4-6BFB-4040-88D5-1A9AD0CE082D}" type="sibTrans" cxnId="{E99948BF-5B08-45E2-9CED-CFA381321B32}">
      <dgm:prSet/>
      <dgm:spPr/>
      <dgm:t>
        <a:bodyPr/>
        <a:lstStyle/>
        <a:p>
          <a:endParaRPr lang="en-US"/>
        </a:p>
      </dgm:t>
    </dgm:pt>
    <dgm:pt modelId="{AC42EEDA-64E6-47DA-82A2-DDCE94AC8932}" type="pres">
      <dgm:prSet presAssocID="{85991641-8486-419E-8502-232B92A8F4F0}" presName="root" presStyleCnt="0">
        <dgm:presLayoutVars>
          <dgm:dir/>
          <dgm:resizeHandles val="exact"/>
        </dgm:presLayoutVars>
      </dgm:prSet>
      <dgm:spPr/>
    </dgm:pt>
    <dgm:pt modelId="{7451BFF3-6D63-4B72-B3AD-8F7B3E0E3FEC}" type="pres">
      <dgm:prSet presAssocID="{170C54A6-8693-48FA-AA4A-16145B19CC97}" presName="compNode" presStyleCnt="0"/>
      <dgm:spPr/>
    </dgm:pt>
    <dgm:pt modelId="{5F04C826-9FA4-4D97-AFD7-2CB9A5DE301D}" type="pres">
      <dgm:prSet presAssocID="{170C54A6-8693-48FA-AA4A-16145B19CC97}" presName="iconBgRect" presStyleLbl="bgShp" presStyleIdx="0" presStyleCnt="3"/>
      <dgm:spPr/>
    </dgm:pt>
    <dgm:pt modelId="{EA45EB39-0DC8-4FF5-916E-ACE4CC0D0D04}" type="pres">
      <dgm:prSet presAssocID="{170C54A6-8693-48FA-AA4A-16145B19CC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A18C552B-DF6D-4499-82B2-8781026D9C73}" type="pres">
      <dgm:prSet presAssocID="{170C54A6-8693-48FA-AA4A-16145B19CC97}" presName="spaceRect" presStyleCnt="0"/>
      <dgm:spPr/>
    </dgm:pt>
    <dgm:pt modelId="{817C26E5-5264-46EF-981E-8A0E2BE3FE69}" type="pres">
      <dgm:prSet presAssocID="{170C54A6-8693-48FA-AA4A-16145B19CC97}" presName="textRect" presStyleLbl="revTx" presStyleIdx="0" presStyleCnt="3">
        <dgm:presLayoutVars>
          <dgm:chMax val="1"/>
          <dgm:chPref val="1"/>
        </dgm:presLayoutVars>
      </dgm:prSet>
      <dgm:spPr/>
    </dgm:pt>
    <dgm:pt modelId="{07A18319-89FB-4778-8C4E-569B366C6F45}" type="pres">
      <dgm:prSet presAssocID="{DA53C014-7353-4AD4-9E5A-85C0A27A528C}" presName="sibTrans" presStyleCnt="0"/>
      <dgm:spPr/>
    </dgm:pt>
    <dgm:pt modelId="{3209F209-CE1C-404F-9237-E5060946A108}" type="pres">
      <dgm:prSet presAssocID="{ADBE452C-B89D-4551-8DD9-6A99B0DC613D}" presName="compNode" presStyleCnt="0"/>
      <dgm:spPr/>
    </dgm:pt>
    <dgm:pt modelId="{5F1DA0AF-E7EC-4AE9-834B-C18247622570}" type="pres">
      <dgm:prSet presAssocID="{ADBE452C-B89D-4551-8DD9-6A99B0DC613D}" presName="iconBgRect" presStyleLbl="bgShp" presStyleIdx="1" presStyleCnt="3"/>
      <dgm:spPr/>
    </dgm:pt>
    <dgm:pt modelId="{9BAEE5A0-D97F-43D8-855E-AEB6029E0961}" type="pres">
      <dgm:prSet presAssocID="{ADBE452C-B89D-4551-8DD9-6A99B0DC613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92A16E89-21F0-40BA-BD58-8ABBD6AC1F31}" type="pres">
      <dgm:prSet presAssocID="{ADBE452C-B89D-4551-8DD9-6A99B0DC613D}" presName="spaceRect" presStyleCnt="0"/>
      <dgm:spPr/>
    </dgm:pt>
    <dgm:pt modelId="{D015343F-6F01-4104-9F06-C7A126E888C3}" type="pres">
      <dgm:prSet presAssocID="{ADBE452C-B89D-4551-8DD9-6A99B0DC613D}" presName="textRect" presStyleLbl="revTx" presStyleIdx="1" presStyleCnt="3">
        <dgm:presLayoutVars>
          <dgm:chMax val="1"/>
          <dgm:chPref val="1"/>
        </dgm:presLayoutVars>
      </dgm:prSet>
      <dgm:spPr/>
    </dgm:pt>
    <dgm:pt modelId="{C01391A6-371B-4942-B922-7D4B8546450A}" type="pres">
      <dgm:prSet presAssocID="{28DE837E-7ABD-4D22-8392-EC50E8C57FBF}" presName="sibTrans" presStyleCnt="0"/>
      <dgm:spPr/>
    </dgm:pt>
    <dgm:pt modelId="{1A233C47-F1F7-48D1-A90B-9640116279D2}" type="pres">
      <dgm:prSet presAssocID="{9E9C1BB2-18BB-4D93-A03C-386D248C574F}" presName="compNode" presStyleCnt="0"/>
      <dgm:spPr/>
    </dgm:pt>
    <dgm:pt modelId="{A3A1CF00-C90F-40EC-88F0-929DED88E3F5}" type="pres">
      <dgm:prSet presAssocID="{9E9C1BB2-18BB-4D93-A03C-386D248C574F}" presName="iconBgRect" presStyleLbl="bgShp" presStyleIdx="2" presStyleCnt="3"/>
      <dgm:spPr/>
    </dgm:pt>
    <dgm:pt modelId="{5532EF35-4BB3-4E3F-94D6-A75A4E334C19}" type="pres">
      <dgm:prSet presAssocID="{9E9C1BB2-18BB-4D93-A03C-386D248C57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792B227-5E59-4E3A-901D-63FA2C62DC8A}" type="pres">
      <dgm:prSet presAssocID="{9E9C1BB2-18BB-4D93-A03C-386D248C574F}" presName="spaceRect" presStyleCnt="0"/>
      <dgm:spPr/>
    </dgm:pt>
    <dgm:pt modelId="{1BC10E01-D79D-44FB-8AFB-A6B19F692A16}" type="pres">
      <dgm:prSet presAssocID="{9E9C1BB2-18BB-4D93-A03C-386D248C57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581E01-7564-4FC1-ABCA-0E8D92625FF8}" type="presOf" srcId="{ADBE452C-B89D-4551-8DD9-6A99B0DC613D}" destId="{D015343F-6F01-4104-9F06-C7A126E888C3}" srcOrd="0" destOrd="0" presId="urn:microsoft.com/office/officeart/2018/5/layout/IconCircleLabelList"/>
    <dgm:cxn modelId="{3D0A1713-A642-4125-8E30-C7ADAC75F448}" type="presOf" srcId="{170C54A6-8693-48FA-AA4A-16145B19CC97}" destId="{817C26E5-5264-46EF-981E-8A0E2BE3FE69}" srcOrd="0" destOrd="0" presId="urn:microsoft.com/office/officeart/2018/5/layout/IconCircleLabelList"/>
    <dgm:cxn modelId="{5015CC3B-21DE-4057-956C-D76CF5329B05}" srcId="{85991641-8486-419E-8502-232B92A8F4F0}" destId="{170C54A6-8693-48FA-AA4A-16145B19CC97}" srcOrd="0" destOrd="0" parTransId="{6910210E-C720-47AE-B77F-CF53E042B342}" sibTransId="{DA53C014-7353-4AD4-9E5A-85C0A27A528C}"/>
    <dgm:cxn modelId="{9195278D-8302-4E58-A191-7FC14E99B4D8}" type="presOf" srcId="{9E9C1BB2-18BB-4D93-A03C-386D248C574F}" destId="{1BC10E01-D79D-44FB-8AFB-A6B19F692A16}" srcOrd="0" destOrd="0" presId="urn:microsoft.com/office/officeart/2018/5/layout/IconCircleLabelList"/>
    <dgm:cxn modelId="{E302F49F-5935-4367-B105-40900DCBF8E7}" srcId="{85991641-8486-419E-8502-232B92A8F4F0}" destId="{ADBE452C-B89D-4551-8DD9-6A99B0DC613D}" srcOrd="1" destOrd="0" parTransId="{C71866AE-6974-4210-89E7-906704AA3295}" sibTransId="{28DE837E-7ABD-4D22-8392-EC50E8C57FBF}"/>
    <dgm:cxn modelId="{E99948BF-5B08-45E2-9CED-CFA381321B32}" srcId="{85991641-8486-419E-8502-232B92A8F4F0}" destId="{9E9C1BB2-18BB-4D93-A03C-386D248C574F}" srcOrd="2" destOrd="0" parTransId="{3B5A722C-4D15-4AA1-9339-8359EA378C56}" sibTransId="{5A34C7E4-6BFB-4040-88D5-1A9AD0CE082D}"/>
    <dgm:cxn modelId="{6DFCECDA-09B5-4654-A5A4-339C23A3634F}" type="presOf" srcId="{85991641-8486-419E-8502-232B92A8F4F0}" destId="{AC42EEDA-64E6-47DA-82A2-DDCE94AC8932}" srcOrd="0" destOrd="0" presId="urn:microsoft.com/office/officeart/2018/5/layout/IconCircleLabelList"/>
    <dgm:cxn modelId="{535DC194-FEF4-4BAA-B11B-2365471D12D3}" type="presParOf" srcId="{AC42EEDA-64E6-47DA-82A2-DDCE94AC8932}" destId="{7451BFF3-6D63-4B72-B3AD-8F7B3E0E3FEC}" srcOrd="0" destOrd="0" presId="urn:microsoft.com/office/officeart/2018/5/layout/IconCircleLabelList"/>
    <dgm:cxn modelId="{E48008FE-B225-453B-BFAF-B94B156460D6}" type="presParOf" srcId="{7451BFF3-6D63-4B72-B3AD-8F7B3E0E3FEC}" destId="{5F04C826-9FA4-4D97-AFD7-2CB9A5DE301D}" srcOrd="0" destOrd="0" presId="urn:microsoft.com/office/officeart/2018/5/layout/IconCircleLabelList"/>
    <dgm:cxn modelId="{CEAEC67E-AE59-41EB-9E42-97F5BD2BD018}" type="presParOf" srcId="{7451BFF3-6D63-4B72-B3AD-8F7B3E0E3FEC}" destId="{EA45EB39-0DC8-4FF5-916E-ACE4CC0D0D04}" srcOrd="1" destOrd="0" presId="urn:microsoft.com/office/officeart/2018/5/layout/IconCircleLabelList"/>
    <dgm:cxn modelId="{48E59DF3-F06B-4405-8027-2EB78714CE32}" type="presParOf" srcId="{7451BFF3-6D63-4B72-B3AD-8F7B3E0E3FEC}" destId="{A18C552B-DF6D-4499-82B2-8781026D9C73}" srcOrd="2" destOrd="0" presId="urn:microsoft.com/office/officeart/2018/5/layout/IconCircleLabelList"/>
    <dgm:cxn modelId="{28870262-BB26-4E00-BC27-5E473BAC4B75}" type="presParOf" srcId="{7451BFF3-6D63-4B72-B3AD-8F7B3E0E3FEC}" destId="{817C26E5-5264-46EF-981E-8A0E2BE3FE69}" srcOrd="3" destOrd="0" presId="urn:microsoft.com/office/officeart/2018/5/layout/IconCircleLabelList"/>
    <dgm:cxn modelId="{836EAA57-F76B-474E-9E82-B9188DDCFFEF}" type="presParOf" srcId="{AC42EEDA-64E6-47DA-82A2-DDCE94AC8932}" destId="{07A18319-89FB-4778-8C4E-569B366C6F45}" srcOrd="1" destOrd="0" presId="urn:microsoft.com/office/officeart/2018/5/layout/IconCircleLabelList"/>
    <dgm:cxn modelId="{BAD14EFA-2541-4403-9C73-03C57125FEF6}" type="presParOf" srcId="{AC42EEDA-64E6-47DA-82A2-DDCE94AC8932}" destId="{3209F209-CE1C-404F-9237-E5060946A108}" srcOrd="2" destOrd="0" presId="urn:microsoft.com/office/officeart/2018/5/layout/IconCircleLabelList"/>
    <dgm:cxn modelId="{50DFDB3C-6F05-44DC-9691-60C536C8725A}" type="presParOf" srcId="{3209F209-CE1C-404F-9237-E5060946A108}" destId="{5F1DA0AF-E7EC-4AE9-834B-C18247622570}" srcOrd="0" destOrd="0" presId="urn:microsoft.com/office/officeart/2018/5/layout/IconCircleLabelList"/>
    <dgm:cxn modelId="{D0AB00AB-FA9F-4C13-9D82-0A1431BFAF57}" type="presParOf" srcId="{3209F209-CE1C-404F-9237-E5060946A108}" destId="{9BAEE5A0-D97F-43D8-855E-AEB6029E0961}" srcOrd="1" destOrd="0" presId="urn:microsoft.com/office/officeart/2018/5/layout/IconCircleLabelList"/>
    <dgm:cxn modelId="{E39A5317-A7F6-4EB9-8BFB-272CBAC0CD66}" type="presParOf" srcId="{3209F209-CE1C-404F-9237-E5060946A108}" destId="{92A16E89-21F0-40BA-BD58-8ABBD6AC1F31}" srcOrd="2" destOrd="0" presId="urn:microsoft.com/office/officeart/2018/5/layout/IconCircleLabelList"/>
    <dgm:cxn modelId="{84B44C66-6A11-4BD8-BB1B-9D4C9F253B1B}" type="presParOf" srcId="{3209F209-CE1C-404F-9237-E5060946A108}" destId="{D015343F-6F01-4104-9F06-C7A126E888C3}" srcOrd="3" destOrd="0" presId="urn:microsoft.com/office/officeart/2018/5/layout/IconCircleLabelList"/>
    <dgm:cxn modelId="{72758170-C6A2-4476-AB87-CB5FEC30B97F}" type="presParOf" srcId="{AC42EEDA-64E6-47DA-82A2-DDCE94AC8932}" destId="{C01391A6-371B-4942-B922-7D4B8546450A}" srcOrd="3" destOrd="0" presId="urn:microsoft.com/office/officeart/2018/5/layout/IconCircleLabelList"/>
    <dgm:cxn modelId="{036E86DB-EB44-4BFA-818B-7564FB61979F}" type="presParOf" srcId="{AC42EEDA-64E6-47DA-82A2-DDCE94AC8932}" destId="{1A233C47-F1F7-48D1-A90B-9640116279D2}" srcOrd="4" destOrd="0" presId="urn:microsoft.com/office/officeart/2018/5/layout/IconCircleLabelList"/>
    <dgm:cxn modelId="{C8481558-13C4-4D11-AE32-2739DFB1D05A}" type="presParOf" srcId="{1A233C47-F1F7-48D1-A90B-9640116279D2}" destId="{A3A1CF00-C90F-40EC-88F0-929DED88E3F5}" srcOrd="0" destOrd="0" presId="urn:microsoft.com/office/officeart/2018/5/layout/IconCircleLabelList"/>
    <dgm:cxn modelId="{EC942D4E-FC9E-4839-9CD4-1A1963C6B627}" type="presParOf" srcId="{1A233C47-F1F7-48D1-A90B-9640116279D2}" destId="{5532EF35-4BB3-4E3F-94D6-A75A4E334C19}" srcOrd="1" destOrd="0" presId="urn:microsoft.com/office/officeart/2018/5/layout/IconCircleLabelList"/>
    <dgm:cxn modelId="{E293EB64-062E-4497-A770-673B787270D1}" type="presParOf" srcId="{1A233C47-F1F7-48D1-A90B-9640116279D2}" destId="{A792B227-5E59-4E3A-901D-63FA2C62DC8A}" srcOrd="2" destOrd="0" presId="urn:microsoft.com/office/officeart/2018/5/layout/IconCircleLabelList"/>
    <dgm:cxn modelId="{C73BF957-957E-4E1E-970B-C94AAE6D6C62}" type="presParOf" srcId="{1A233C47-F1F7-48D1-A90B-9640116279D2}" destId="{1BC10E01-D79D-44FB-8AFB-A6B19F692A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18073A-DD7C-4177-8B71-C5557FB3472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E42CC75-7D91-4949-80D2-30F32C42DB18}">
      <dgm:prSet/>
      <dgm:spPr/>
      <dgm:t>
        <a:bodyPr/>
        <a:lstStyle/>
        <a:p>
          <a:r>
            <a:rPr lang="en-US"/>
            <a:t>User enters a question</a:t>
          </a:r>
        </a:p>
      </dgm:t>
    </dgm:pt>
    <dgm:pt modelId="{C9E2AC77-77B6-4B21-BBED-717F08770C2B}" type="parTrans" cxnId="{803BD65C-7A30-4C3E-B550-6F4F1F3DC47C}">
      <dgm:prSet/>
      <dgm:spPr/>
      <dgm:t>
        <a:bodyPr/>
        <a:lstStyle/>
        <a:p>
          <a:endParaRPr lang="en-US"/>
        </a:p>
      </dgm:t>
    </dgm:pt>
    <dgm:pt modelId="{46F89E68-2BB6-4AD3-A816-52CE51DE78AA}" type="sibTrans" cxnId="{803BD65C-7A30-4C3E-B550-6F4F1F3DC47C}">
      <dgm:prSet/>
      <dgm:spPr/>
      <dgm:t>
        <a:bodyPr/>
        <a:lstStyle/>
        <a:p>
          <a:endParaRPr lang="en-US"/>
        </a:p>
      </dgm:t>
    </dgm:pt>
    <dgm:pt modelId="{7DC717DE-C545-4794-9258-06B24CB2C15B}">
      <dgm:prSet/>
      <dgm:spPr/>
      <dgm:t>
        <a:bodyPr/>
        <a:lstStyle/>
        <a:p>
          <a:r>
            <a:rPr lang="en-US"/>
            <a:t>NLP processing &amp; token extraction</a:t>
          </a:r>
        </a:p>
      </dgm:t>
    </dgm:pt>
    <dgm:pt modelId="{C8E11BE4-DF3C-47FC-A8DB-B6F8B3EB6B14}" type="parTrans" cxnId="{D99639C9-7BC0-47CF-8CE3-D2EA4E885D40}">
      <dgm:prSet/>
      <dgm:spPr/>
      <dgm:t>
        <a:bodyPr/>
        <a:lstStyle/>
        <a:p>
          <a:endParaRPr lang="en-US"/>
        </a:p>
      </dgm:t>
    </dgm:pt>
    <dgm:pt modelId="{B27CBBF2-DBB1-4018-A861-F3F51DCD19D3}" type="sibTrans" cxnId="{D99639C9-7BC0-47CF-8CE3-D2EA4E885D40}">
      <dgm:prSet/>
      <dgm:spPr/>
      <dgm:t>
        <a:bodyPr/>
        <a:lstStyle/>
        <a:p>
          <a:endParaRPr lang="en-US"/>
        </a:p>
      </dgm:t>
    </dgm:pt>
    <dgm:pt modelId="{787E298C-E477-4DED-94EA-F654D5533A18}">
      <dgm:prSet/>
      <dgm:spPr/>
      <dgm:t>
        <a:bodyPr/>
        <a:lstStyle/>
        <a:p>
          <a:r>
            <a:rPr lang="en-US"/>
            <a:t>Search best match from FAQ DB</a:t>
          </a:r>
        </a:p>
      </dgm:t>
    </dgm:pt>
    <dgm:pt modelId="{33042D0E-1DEB-4E78-8262-964082788FAE}" type="parTrans" cxnId="{5C749CD9-780F-471E-9973-3E4513F6EC22}">
      <dgm:prSet/>
      <dgm:spPr/>
      <dgm:t>
        <a:bodyPr/>
        <a:lstStyle/>
        <a:p>
          <a:endParaRPr lang="en-US"/>
        </a:p>
      </dgm:t>
    </dgm:pt>
    <dgm:pt modelId="{2C624999-1EA3-4A5D-A614-235F56C25B54}" type="sibTrans" cxnId="{5C749CD9-780F-471E-9973-3E4513F6EC22}">
      <dgm:prSet/>
      <dgm:spPr/>
      <dgm:t>
        <a:bodyPr/>
        <a:lstStyle/>
        <a:p>
          <a:endParaRPr lang="en-US"/>
        </a:p>
      </dgm:t>
    </dgm:pt>
    <dgm:pt modelId="{E6F7656E-192A-46C1-A31F-FCFAA6DEFD7C}">
      <dgm:prSet/>
      <dgm:spPr/>
      <dgm:t>
        <a:bodyPr/>
        <a:lstStyle/>
        <a:p>
          <a:r>
            <a:rPr lang="en-US"/>
            <a:t>If match found → provide answer</a:t>
          </a:r>
        </a:p>
      </dgm:t>
    </dgm:pt>
    <dgm:pt modelId="{997AA31A-D130-42B7-88C7-7F4593BFA9A3}" type="parTrans" cxnId="{37ED3431-88CD-4C88-A3C8-2BC72BA05A30}">
      <dgm:prSet/>
      <dgm:spPr/>
      <dgm:t>
        <a:bodyPr/>
        <a:lstStyle/>
        <a:p>
          <a:endParaRPr lang="en-US"/>
        </a:p>
      </dgm:t>
    </dgm:pt>
    <dgm:pt modelId="{C4C68A6E-4CE8-49F4-B527-AAF9BEFC902E}" type="sibTrans" cxnId="{37ED3431-88CD-4C88-A3C8-2BC72BA05A30}">
      <dgm:prSet/>
      <dgm:spPr/>
      <dgm:t>
        <a:bodyPr/>
        <a:lstStyle/>
        <a:p>
          <a:endParaRPr lang="en-US"/>
        </a:p>
      </dgm:t>
    </dgm:pt>
    <dgm:pt modelId="{BD821713-6CCE-4712-AEE9-113AC808F183}">
      <dgm:prSet/>
      <dgm:spPr/>
      <dgm:t>
        <a:bodyPr/>
        <a:lstStyle/>
        <a:p>
          <a:r>
            <a:rPr lang="en-US"/>
            <a:t>Else → ask email &amp; store query</a:t>
          </a:r>
        </a:p>
      </dgm:t>
    </dgm:pt>
    <dgm:pt modelId="{B18E6547-1DB9-4C53-8E5A-9F964496CB9D}" type="parTrans" cxnId="{20B046D7-D46A-46EC-98AE-B945F70F03FA}">
      <dgm:prSet/>
      <dgm:spPr/>
      <dgm:t>
        <a:bodyPr/>
        <a:lstStyle/>
        <a:p>
          <a:endParaRPr lang="en-US"/>
        </a:p>
      </dgm:t>
    </dgm:pt>
    <dgm:pt modelId="{18AF2A6F-7ACC-404B-9BDF-42B202D2A5DB}" type="sibTrans" cxnId="{20B046D7-D46A-46EC-98AE-B945F70F03FA}">
      <dgm:prSet/>
      <dgm:spPr/>
      <dgm:t>
        <a:bodyPr/>
        <a:lstStyle/>
        <a:p>
          <a:endParaRPr lang="en-US"/>
        </a:p>
      </dgm:t>
    </dgm:pt>
    <dgm:pt modelId="{8AF14F51-F2F7-477C-A5FE-8C3CC086A495}" type="pres">
      <dgm:prSet presAssocID="{C718073A-DD7C-4177-8B71-C5557FB34728}" presName="root" presStyleCnt="0">
        <dgm:presLayoutVars>
          <dgm:dir/>
          <dgm:resizeHandles val="exact"/>
        </dgm:presLayoutVars>
      </dgm:prSet>
      <dgm:spPr/>
    </dgm:pt>
    <dgm:pt modelId="{D30AB2EB-1A08-4843-B939-D0EADC44AFC3}" type="pres">
      <dgm:prSet presAssocID="{8E42CC75-7D91-4949-80D2-30F32C42DB18}" presName="compNode" presStyleCnt="0"/>
      <dgm:spPr/>
    </dgm:pt>
    <dgm:pt modelId="{0B4AA60E-16B4-4D58-94D4-24D36C47F70A}" type="pres">
      <dgm:prSet presAssocID="{8E42CC75-7D91-4949-80D2-30F32C42DB1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48764FD-A56B-45ED-BB56-1BD10B6BF05F}" type="pres">
      <dgm:prSet presAssocID="{8E42CC75-7D91-4949-80D2-30F32C42DB18}" presName="spaceRect" presStyleCnt="0"/>
      <dgm:spPr/>
    </dgm:pt>
    <dgm:pt modelId="{CF8193EB-0CA4-4638-97BA-92F965E21971}" type="pres">
      <dgm:prSet presAssocID="{8E42CC75-7D91-4949-80D2-30F32C42DB18}" presName="textRect" presStyleLbl="revTx" presStyleIdx="0" presStyleCnt="5">
        <dgm:presLayoutVars>
          <dgm:chMax val="1"/>
          <dgm:chPref val="1"/>
        </dgm:presLayoutVars>
      </dgm:prSet>
      <dgm:spPr/>
    </dgm:pt>
    <dgm:pt modelId="{A8B4E6A9-CD39-41F4-B170-18CDDC95C216}" type="pres">
      <dgm:prSet presAssocID="{46F89E68-2BB6-4AD3-A816-52CE51DE78AA}" presName="sibTrans" presStyleCnt="0"/>
      <dgm:spPr/>
    </dgm:pt>
    <dgm:pt modelId="{81AE6967-9D2E-48D6-BC02-C55CFBCFF974}" type="pres">
      <dgm:prSet presAssocID="{7DC717DE-C545-4794-9258-06B24CB2C15B}" presName="compNode" presStyleCnt="0"/>
      <dgm:spPr/>
    </dgm:pt>
    <dgm:pt modelId="{B517F42D-6BF6-48BC-9B92-8C5BF7D72D7C}" type="pres">
      <dgm:prSet presAssocID="{7DC717DE-C545-4794-9258-06B24CB2C1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F251791-C571-48C1-939C-EE4E1FA49F42}" type="pres">
      <dgm:prSet presAssocID="{7DC717DE-C545-4794-9258-06B24CB2C15B}" presName="spaceRect" presStyleCnt="0"/>
      <dgm:spPr/>
    </dgm:pt>
    <dgm:pt modelId="{C0A534FE-B793-486B-BCB8-ADF06F97BAF4}" type="pres">
      <dgm:prSet presAssocID="{7DC717DE-C545-4794-9258-06B24CB2C15B}" presName="textRect" presStyleLbl="revTx" presStyleIdx="1" presStyleCnt="5">
        <dgm:presLayoutVars>
          <dgm:chMax val="1"/>
          <dgm:chPref val="1"/>
        </dgm:presLayoutVars>
      </dgm:prSet>
      <dgm:spPr/>
    </dgm:pt>
    <dgm:pt modelId="{C6A90628-CBBF-4B93-9C73-544D01F90BF4}" type="pres">
      <dgm:prSet presAssocID="{B27CBBF2-DBB1-4018-A861-F3F51DCD19D3}" presName="sibTrans" presStyleCnt="0"/>
      <dgm:spPr/>
    </dgm:pt>
    <dgm:pt modelId="{A61C3FFF-4D74-4D75-B682-D7C19129F49A}" type="pres">
      <dgm:prSet presAssocID="{787E298C-E477-4DED-94EA-F654D5533A18}" presName="compNode" presStyleCnt="0"/>
      <dgm:spPr/>
    </dgm:pt>
    <dgm:pt modelId="{AA3095E3-5A3B-40DD-B974-1D66B94EDBAB}" type="pres">
      <dgm:prSet presAssocID="{787E298C-E477-4DED-94EA-F654D5533A1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B38E94A-BD39-4C17-9B77-0DAB27E3C50C}" type="pres">
      <dgm:prSet presAssocID="{787E298C-E477-4DED-94EA-F654D5533A18}" presName="spaceRect" presStyleCnt="0"/>
      <dgm:spPr/>
    </dgm:pt>
    <dgm:pt modelId="{8746BBC8-7196-4905-A7BA-E55A412B62D6}" type="pres">
      <dgm:prSet presAssocID="{787E298C-E477-4DED-94EA-F654D5533A18}" presName="textRect" presStyleLbl="revTx" presStyleIdx="2" presStyleCnt="5">
        <dgm:presLayoutVars>
          <dgm:chMax val="1"/>
          <dgm:chPref val="1"/>
        </dgm:presLayoutVars>
      </dgm:prSet>
      <dgm:spPr/>
    </dgm:pt>
    <dgm:pt modelId="{679DDFB3-E2A7-4E88-A9F5-C6330B72674E}" type="pres">
      <dgm:prSet presAssocID="{2C624999-1EA3-4A5D-A614-235F56C25B54}" presName="sibTrans" presStyleCnt="0"/>
      <dgm:spPr/>
    </dgm:pt>
    <dgm:pt modelId="{E409C551-D8C4-4435-8B74-0D1F15EC85B8}" type="pres">
      <dgm:prSet presAssocID="{E6F7656E-192A-46C1-A31F-FCFAA6DEFD7C}" presName="compNode" presStyleCnt="0"/>
      <dgm:spPr/>
    </dgm:pt>
    <dgm:pt modelId="{F59E59A0-AE27-43D5-A336-BAB079785C3B}" type="pres">
      <dgm:prSet presAssocID="{E6F7656E-192A-46C1-A31F-FCFAA6DEFD7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64BA440-D0B3-4B02-B550-8534D8CEC16C}" type="pres">
      <dgm:prSet presAssocID="{E6F7656E-192A-46C1-A31F-FCFAA6DEFD7C}" presName="spaceRect" presStyleCnt="0"/>
      <dgm:spPr/>
    </dgm:pt>
    <dgm:pt modelId="{53CB6717-4F1F-4C49-B76C-46F0CB678BE6}" type="pres">
      <dgm:prSet presAssocID="{E6F7656E-192A-46C1-A31F-FCFAA6DEFD7C}" presName="textRect" presStyleLbl="revTx" presStyleIdx="3" presStyleCnt="5">
        <dgm:presLayoutVars>
          <dgm:chMax val="1"/>
          <dgm:chPref val="1"/>
        </dgm:presLayoutVars>
      </dgm:prSet>
      <dgm:spPr/>
    </dgm:pt>
    <dgm:pt modelId="{C4F83B49-4D6B-4060-B5CB-E9059519AA3F}" type="pres">
      <dgm:prSet presAssocID="{C4C68A6E-4CE8-49F4-B527-AAF9BEFC902E}" presName="sibTrans" presStyleCnt="0"/>
      <dgm:spPr/>
    </dgm:pt>
    <dgm:pt modelId="{B18BC383-3E8E-4F63-910A-3BEE9A5F8495}" type="pres">
      <dgm:prSet presAssocID="{BD821713-6CCE-4712-AEE9-113AC808F183}" presName="compNode" presStyleCnt="0"/>
      <dgm:spPr/>
    </dgm:pt>
    <dgm:pt modelId="{D906D783-5775-4468-9EF3-8E56AE118C98}" type="pres">
      <dgm:prSet presAssocID="{BD821713-6CCE-4712-AEE9-113AC808F18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27F1D221-CFF0-48FB-A3AD-6C7211CE832A}" type="pres">
      <dgm:prSet presAssocID="{BD821713-6CCE-4712-AEE9-113AC808F183}" presName="spaceRect" presStyleCnt="0"/>
      <dgm:spPr/>
    </dgm:pt>
    <dgm:pt modelId="{5F43F225-5377-4219-AA2F-55E9D897E01D}" type="pres">
      <dgm:prSet presAssocID="{BD821713-6CCE-4712-AEE9-113AC808F18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7ED3431-88CD-4C88-A3C8-2BC72BA05A30}" srcId="{C718073A-DD7C-4177-8B71-C5557FB34728}" destId="{E6F7656E-192A-46C1-A31F-FCFAA6DEFD7C}" srcOrd="3" destOrd="0" parTransId="{997AA31A-D130-42B7-88C7-7F4593BFA9A3}" sibTransId="{C4C68A6E-4CE8-49F4-B527-AAF9BEFC902E}"/>
    <dgm:cxn modelId="{803BD65C-7A30-4C3E-B550-6F4F1F3DC47C}" srcId="{C718073A-DD7C-4177-8B71-C5557FB34728}" destId="{8E42CC75-7D91-4949-80D2-30F32C42DB18}" srcOrd="0" destOrd="0" parTransId="{C9E2AC77-77B6-4B21-BBED-717F08770C2B}" sibTransId="{46F89E68-2BB6-4AD3-A816-52CE51DE78AA}"/>
    <dgm:cxn modelId="{3EBC1063-9FC5-4330-A3BF-C6FC89C683B0}" type="presOf" srcId="{787E298C-E477-4DED-94EA-F654D5533A18}" destId="{8746BBC8-7196-4905-A7BA-E55A412B62D6}" srcOrd="0" destOrd="0" presId="urn:microsoft.com/office/officeart/2018/2/layout/IconLabelList"/>
    <dgm:cxn modelId="{10988351-50C9-4304-9D52-BAF8E25F4796}" type="presOf" srcId="{8E42CC75-7D91-4949-80D2-30F32C42DB18}" destId="{CF8193EB-0CA4-4638-97BA-92F965E21971}" srcOrd="0" destOrd="0" presId="urn:microsoft.com/office/officeart/2018/2/layout/IconLabelList"/>
    <dgm:cxn modelId="{D99639C9-7BC0-47CF-8CE3-D2EA4E885D40}" srcId="{C718073A-DD7C-4177-8B71-C5557FB34728}" destId="{7DC717DE-C545-4794-9258-06B24CB2C15B}" srcOrd="1" destOrd="0" parTransId="{C8E11BE4-DF3C-47FC-A8DB-B6F8B3EB6B14}" sibTransId="{B27CBBF2-DBB1-4018-A861-F3F51DCD19D3}"/>
    <dgm:cxn modelId="{6A052ACD-321B-4DAA-96C5-39A0C90C2CEE}" type="presOf" srcId="{E6F7656E-192A-46C1-A31F-FCFAA6DEFD7C}" destId="{53CB6717-4F1F-4C49-B76C-46F0CB678BE6}" srcOrd="0" destOrd="0" presId="urn:microsoft.com/office/officeart/2018/2/layout/IconLabelList"/>
    <dgm:cxn modelId="{20B046D7-D46A-46EC-98AE-B945F70F03FA}" srcId="{C718073A-DD7C-4177-8B71-C5557FB34728}" destId="{BD821713-6CCE-4712-AEE9-113AC808F183}" srcOrd="4" destOrd="0" parTransId="{B18E6547-1DB9-4C53-8E5A-9F964496CB9D}" sibTransId="{18AF2A6F-7ACC-404B-9BDF-42B202D2A5DB}"/>
    <dgm:cxn modelId="{5C749CD9-780F-471E-9973-3E4513F6EC22}" srcId="{C718073A-DD7C-4177-8B71-C5557FB34728}" destId="{787E298C-E477-4DED-94EA-F654D5533A18}" srcOrd="2" destOrd="0" parTransId="{33042D0E-1DEB-4E78-8262-964082788FAE}" sibTransId="{2C624999-1EA3-4A5D-A614-235F56C25B54}"/>
    <dgm:cxn modelId="{446EEFE5-38F4-4794-B8BE-D69789673B41}" type="presOf" srcId="{BD821713-6CCE-4712-AEE9-113AC808F183}" destId="{5F43F225-5377-4219-AA2F-55E9D897E01D}" srcOrd="0" destOrd="0" presId="urn:microsoft.com/office/officeart/2018/2/layout/IconLabelList"/>
    <dgm:cxn modelId="{F2B167EA-5669-4A66-8C2B-C57E7553060E}" type="presOf" srcId="{7DC717DE-C545-4794-9258-06B24CB2C15B}" destId="{C0A534FE-B793-486B-BCB8-ADF06F97BAF4}" srcOrd="0" destOrd="0" presId="urn:microsoft.com/office/officeart/2018/2/layout/IconLabelList"/>
    <dgm:cxn modelId="{B1AA26F1-53C7-4B6A-92BE-A68DD1DA1179}" type="presOf" srcId="{C718073A-DD7C-4177-8B71-C5557FB34728}" destId="{8AF14F51-F2F7-477C-A5FE-8C3CC086A495}" srcOrd="0" destOrd="0" presId="urn:microsoft.com/office/officeart/2018/2/layout/IconLabelList"/>
    <dgm:cxn modelId="{BD8177D9-99B0-4C19-90AB-A76CBA1A6479}" type="presParOf" srcId="{8AF14F51-F2F7-477C-A5FE-8C3CC086A495}" destId="{D30AB2EB-1A08-4843-B939-D0EADC44AFC3}" srcOrd="0" destOrd="0" presId="urn:microsoft.com/office/officeart/2018/2/layout/IconLabelList"/>
    <dgm:cxn modelId="{ED95F76D-2745-49EC-81A4-BBCD7DB735D0}" type="presParOf" srcId="{D30AB2EB-1A08-4843-B939-D0EADC44AFC3}" destId="{0B4AA60E-16B4-4D58-94D4-24D36C47F70A}" srcOrd="0" destOrd="0" presId="urn:microsoft.com/office/officeart/2018/2/layout/IconLabelList"/>
    <dgm:cxn modelId="{040882A9-447B-43EB-B93F-E29F288AA6E4}" type="presParOf" srcId="{D30AB2EB-1A08-4843-B939-D0EADC44AFC3}" destId="{948764FD-A56B-45ED-BB56-1BD10B6BF05F}" srcOrd="1" destOrd="0" presId="urn:microsoft.com/office/officeart/2018/2/layout/IconLabelList"/>
    <dgm:cxn modelId="{EA370AE9-E8AA-4C88-A752-725EDF825BD8}" type="presParOf" srcId="{D30AB2EB-1A08-4843-B939-D0EADC44AFC3}" destId="{CF8193EB-0CA4-4638-97BA-92F965E21971}" srcOrd="2" destOrd="0" presId="urn:microsoft.com/office/officeart/2018/2/layout/IconLabelList"/>
    <dgm:cxn modelId="{6735B2F1-909F-4038-9E00-29AE0CB904F2}" type="presParOf" srcId="{8AF14F51-F2F7-477C-A5FE-8C3CC086A495}" destId="{A8B4E6A9-CD39-41F4-B170-18CDDC95C216}" srcOrd="1" destOrd="0" presId="urn:microsoft.com/office/officeart/2018/2/layout/IconLabelList"/>
    <dgm:cxn modelId="{5BA91DD0-BBAA-4092-A6F9-DEE4B9D03409}" type="presParOf" srcId="{8AF14F51-F2F7-477C-A5FE-8C3CC086A495}" destId="{81AE6967-9D2E-48D6-BC02-C55CFBCFF974}" srcOrd="2" destOrd="0" presId="urn:microsoft.com/office/officeart/2018/2/layout/IconLabelList"/>
    <dgm:cxn modelId="{3498C0FF-4B1C-4061-BB16-3975AFFC247C}" type="presParOf" srcId="{81AE6967-9D2E-48D6-BC02-C55CFBCFF974}" destId="{B517F42D-6BF6-48BC-9B92-8C5BF7D72D7C}" srcOrd="0" destOrd="0" presId="urn:microsoft.com/office/officeart/2018/2/layout/IconLabelList"/>
    <dgm:cxn modelId="{34FA7B42-2938-4E89-BF0C-6DDB7C175484}" type="presParOf" srcId="{81AE6967-9D2E-48D6-BC02-C55CFBCFF974}" destId="{EF251791-C571-48C1-939C-EE4E1FA49F42}" srcOrd="1" destOrd="0" presId="urn:microsoft.com/office/officeart/2018/2/layout/IconLabelList"/>
    <dgm:cxn modelId="{48580FCC-BAAA-4690-92A2-47103E18ADFB}" type="presParOf" srcId="{81AE6967-9D2E-48D6-BC02-C55CFBCFF974}" destId="{C0A534FE-B793-486B-BCB8-ADF06F97BAF4}" srcOrd="2" destOrd="0" presId="urn:microsoft.com/office/officeart/2018/2/layout/IconLabelList"/>
    <dgm:cxn modelId="{131A01C2-6C26-433C-9EC7-118D323C2123}" type="presParOf" srcId="{8AF14F51-F2F7-477C-A5FE-8C3CC086A495}" destId="{C6A90628-CBBF-4B93-9C73-544D01F90BF4}" srcOrd="3" destOrd="0" presId="urn:microsoft.com/office/officeart/2018/2/layout/IconLabelList"/>
    <dgm:cxn modelId="{49F2D78E-29FE-4F60-931C-00D1E3F06F80}" type="presParOf" srcId="{8AF14F51-F2F7-477C-A5FE-8C3CC086A495}" destId="{A61C3FFF-4D74-4D75-B682-D7C19129F49A}" srcOrd="4" destOrd="0" presId="urn:microsoft.com/office/officeart/2018/2/layout/IconLabelList"/>
    <dgm:cxn modelId="{05BD0359-F2A1-43F9-BAB8-1FCA47140D16}" type="presParOf" srcId="{A61C3FFF-4D74-4D75-B682-D7C19129F49A}" destId="{AA3095E3-5A3B-40DD-B974-1D66B94EDBAB}" srcOrd="0" destOrd="0" presId="urn:microsoft.com/office/officeart/2018/2/layout/IconLabelList"/>
    <dgm:cxn modelId="{97E53D62-8E4E-4ECB-86AB-ED8E80CDA23B}" type="presParOf" srcId="{A61C3FFF-4D74-4D75-B682-D7C19129F49A}" destId="{5B38E94A-BD39-4C17-9B77-0DAB27E3C50C}" srcOrd="1" destOrd="0" presId="urn:microsoft.com/office/officeart/2018/2/layout/IconLabelList"/>
    <dgm:cxn modelId="{AA429C27-AF3E-49F4-8CBE-3D19570737BD}" type="presParOf" srcId="{A61C3FFF-4D74-4D75-B682-D7C19129F49A}" destId="{8746BBC8-7196-4905-A7BA-E55A412B62D6}" srcOrd="2" destOrd="0" presId="urn:microsoft.com/office/officeart/2018/2/layout/IconLabelList"/>
    <dgm:cxn modelId="{72AA6945-13CD-46BD-97CE-4118C3C53A5B}" type="presParOf" srcId="{8AF14F51-F2F7-477C-A5FE-8C3CC086A495}" destId="{679DDFB3-E2A7-4E88-A9F5-C6330B72674E}" srcOrd="5" destOrd="0" presId="urn:microsoft.com/office/officeart/2018/2/layout/IconLabelList"/>
    <dgm:cxn modelId="{8995019E-0863-43A9-8696-54BF93E06C1A}" type="presParOf" srcId="{8AF14F51-F2F7-477C-A5FE-8C3CC086A495}" destId="{E409C551-D8C4-4435-8B74-0D1F15EC85B8}" srcOrd="6" destOrd="0" presId="urn:microsoft.com/office/officeart/2018/2/layout/IconLabelList"/>
    <dgm:cxn modelId="{70E85E70-002E-4F7E-80A2-9DA230777BAA}" type="presParOf" srcId="{E409C551-D8C4-4435-8B74-0D1F15EC85B8}" destId="{F59E59A0-AE27-43D5-A336-BAB079785C3B}" srcOrd="0" destOrd="0" presId="urn:microsoft.com/office/officeart/2018/2/layout/IconLabelList"/>
    <dgm:cxn modelId="{7139E402-822F-4D20-838B-E44836DA80E0}" type="presParOf" srcId="{E409C551-D8C4-4435-8B74-0D1F15EC85B8}" destId="{964BA440-D0B3-4B02-B550-8534D8CEC16C}" srcOrd="1" destOrd="0" presId="urn:microsoft.com/office/officeart/2018/2/layout/IconLabelList"/>
    <dgm:cxn modelId="{F6EC0985-4DFD-45CD-A5E5-2CF27CAE7EB6}" type="presParOf" srcId="{E409C551-D8C4-4435-8B74-0D1F15EC85B8}" destId="{53CB6717-4F1F-4C49-B76C-46F0CB678BE6}" srcOrd="2" destOrd="0" presId="urn:microsoft.com/office/officeart/2018/2/layout/IconLabelList"/>
    <dgm:cxn modelId="{2C8F355F-A048-4C9B-B172-D20C01EF0E88}" type="presParOf" srcId="{8AF14F51-F2F7-477C-A5FE-8C3CC086A495}" destId="{C4F83B49-4D6B-4060-B5CB-E9059519AA3F}" srcOrd="7" destOrd="0" presId="urn:microsoft.com/office/officeart/2018/2/layout/IconLabelList"/>
    <dgm:cxn modelId="{6B85531C-4D75-48FA-9847-A8C711AFC0DD}" type="presParOf" srcId="{8AF14F51-F2F7-477C-A5FE-8C3CC086A495}" destId="{B18BC383-3E8E-4F63-910A-3BEE9A5F8495}" srcOrd="8" destOrd="0" presId="urn:microsoft.com/office/officeart/2018/2/layout/IconLabelList"/>
    <dgm:cxn modelId="{44F86B12-470B-4384-9706-1A7AA078F667}" type="presParOf" srcId="{B18BC383-3E8E-4F63-910A-3BEE9A5F8495}" destId="{D906D783-5775-4468-9EF3-8E56AE118C98}" srcOrd="0" destOrd="0" presId="urn:microsoft.com/office/officeart/2018/2/layout/IconLabelList"/>
    <dgm:cxn modelId="{27AE4E71-694D-4278-ACFB-F8246DBEF3F1}" type="presParOf" srcId="{B18BC383-3E8E-4F63-910A-3BEE9A5F8495}" destId="{27F1D221-CFF0-48FB-A3AD-6C7211CE832A}" srcOrd="1" destOrd="0" presId="urn:microsoft.com/office/officeart/2018/2/layout/IconLabelList"/>
    <dgm:cxn modelId="{6AE22918-FC07-41C2-87FC-164BB66E7114}" type="presParOf" srcId="{B18BC383-3E8E-4F63-910A-3BEE9A5F8495}" destId="{5F43F225-5377-4219-AA2F-55E9D897E01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0E07FF-F188-4AC6-9B83-88C8F3E9170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EE0DD8-8957-4C61-9756-AA1FF2847261}">
      <dgm:prSet/>
      <dgm:spPr/>
      <dgm:t>
        <a:bodyPr/>
        <a:lstStyle/>
        <a:p>
          <a:r>
            <a:rPr lang="en-US"/>
            <a:t>View all pending queries</a:t>
          </a:r>
        </a:p>
      </dgm:t>
    </dgm:pt>
    <dgm:pt modelId="{A3A633CF-D81B-489F-9A8C-2774C4E4F910}" type="parTrans" cxnId="{43DBBD19-40AD-4A2E-9DCE-797155C2FF22}">
      <dgm:prSet/>
      <dgm:spPr/>
      <dgm:t>
        <a:bodyPr/>
        <a:lstStyle/>
        <a:p>
          <a:endParaRPr lang="en-US"/>
        </a:p>
      </dgm:t>
    </dgm:pt>
    <dgm:pt modelId="{5F9648BF-A42E-4803-A6B6-819F43AF2929}" type="sibTrans" cxnId="{43DBBD19-40AD-4A2E-9DCE-797155C2FF22}">
      <dgm:prSet/>
      <dgm:spPr/>
      <dgm:t>
        <a:bodyPr/>
        <a:lstStyle/>
        <a:p>
          <a:endParaRPr lang="en-US"/>
        </a:p>
      </dgm:t>
    </dgm:pt>
    <dgm:pt modelId="{A4A03A96-D2A1-40EF-9C61-6AD97D03BC70}">
      <dgm:prSet/>
      <dgm:spPr/>
      <dgm:t>
        <a:bodyPr/>
        <a:lstStyle/>
        <a:p>
          <a:r>
            <a:rPr lang="en-US"/>
            <a:t>Reply to user via Gmail SMTP</a:t>
          </a:r>
        </a:p>
      </dgm:t>
    </dgm:pt>
    <dgm:pt modelId="{B9B39EA3-C846-49A3-8EAB-0B4A50BD840E}" type="parTrans" cxnId="{F79670AC-F918-4D57-8ADF-B9B399C7A9F3}">
      <dgm:prSet/>
      <dgm:spPr/>
      <dgm:t>
        <a:bodyPr/>
        <a:lstStyle/>
        <a:p>
          <a:endParaRPr lang="en-US"/>
        </a:p>
      </dgm:t>
    </dgm:pt>
    <dgm:pt modelId="{048BC4E9-65ED-45C6-90A8-9FD229A253A7}" type="sibTrans" cxnId="{F79670AC-F918-4D57-8ADF-B9B399C7A9F3}">
      <dgm:prSet/>
      <dgm:spPr/>
      <dgm:t>
        <a:bodyPr/>
        <a:lstStyle/>
        <a:p>
          <a:endParaRPr lang="en-US"/>
        </a:p>
      </dgm:t>
    </dgm:pt>
    <dgm:pt modelId="{9A52A065-0B57-45AF-B4D5-3D9987B90108}">
      <dgm:prSet/>
      <dgm:spPr/>
      <dgm:t>
        <a:bodyPr/>
        <a:lstStyle/>
        <a:p>
          <a:r>
            <a:rPr lang="en-US"/>
            <a:t>Automatically add answers into FAQ database</a:t>
          </a:r>
        </a:p>
      </dgm:t>
    </dgm:pt>
    <dgm:pt modelId="{824E9DA9-C135-429A-85B0-C3484C831125}" type="parTrans" cxnId="{025F8E2B-2750-4A59-878C-BC4C3A94277F}">
      <dgm:prSet/>
      <dgm:spPr/>
      <dgm:t>
        <a:bodyPr/>
        <a:lstStyle/>
        <a:p>
          <a:endParaRPr lang="en-US"/>
        </a:p>
      </dgm:t>
    </dgm:pt>
    <dgm:pt modelId="{2B37C134-DE36-48AD-B571-79E23593A5F3}" type="sibTrans" cxnId="{025F8E2B-2750-4A59-878C-BC4C3A94277F}">
      <dgm:prSet/>
      <dgm:spPr/>
      <dgm:t>
        <a:bodyPr/>
        <a:lstStyle/>
        <a:p>
          <a:endParaRPr lang="en-US"/>
        </a:p>
      </dgm:t>
    </dgm:pt>
    <dgm:pt modelId="{2E82B77B-2603-480E-A626-41ECC28C9F47}">
      <dgm:prSet/>
      <dgm:spPr/>
      <dgm:t>
        <a:bodyPr/>
        <a:lstStyle/>
        <a:p>
          <a:r>
            <a:rPr lang="en-US"/>
            <a:t>Ensures continuous learning of the system</a:t>
          </a:r>
        </a:p>
      </dgm:t>
    </dgm:pt>
    <dgm:pt modelId="{9180BF2C-9875-43DC-A3C6-D13A59B51290}" type="parTrans" cxnId="{D1634922-027E-47DA-822E-AD9952ABC8A4}">
      <dgm:prSet/>
      <dgm:spPr/>
      <dgm:t>
        <a:bodyPr/>
        <a:lstStyle/>
        <a:p>
          <a:endParaRPr lang="en-US"/>
        </a:p>
      </dgm:t>
    </dgm:pt>
    <dgm:pt modelId="{3A2202C0-308C-48B1-BFA8-F8478AE49F9E}" type="sibTrans" cxnId="{D1634922-027E-47DA-822E-AD9952ABC8A4}">
      <dgm:prSet/>
      <dgm:spPr/>
      <dgm:t>
        <a:bodyPr/>
        <a:lstStyle/>
        <a:p>
          <a:endParaRPr lang="en-US"/>
        </a:p>
      </dgm:t>
    </dgm:pt>
    <dgm:pt modelId="{F8275D57-E22F-4455-B142-DABBC2CFED5D}" type="pres">
      <dgm:prSet presAssocID="{F40E07FF-F188-4AC6-9B83-88C8F3E9170A}" presName="linear" presStyleCnt="0">
        <dgm:presLayoutVars>
          <dgm:animLvl val="lvl"/>
          <dgm:resizeHandles val="exact"/>
        </dgm:presLayoutVars>
      </dgm:prSet>
      <dgm:spPr/>
    </dgm:pt>
    <dgm:pt modelId="{4DCDFE20-B910-46E1-82D8-3C4D55CCC713}" type="pres">
      <dgm:prSet presAssocID="{5EEE0DD8-8957-4C61-9756-AA1FF28472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AD3FEA-1C9F-4D0F-AE09-6C7BBC8A9517}" type="pres">
      <dgm:prSet presAssocID="{5F9648BF-A42E-4803-A6B6-819F43AF2929}" presName="spacer" presStyleCnt="0"/>
      <dgm:spPr/>
    </dgm:pt>
    <dgm:pt modelId="{3B5AD63D-E10C-45A4-A7BD-BCC86BE1BAC5}" type="pres">
      <dgm:prSet presAssocID="{A4A03A96-D2A1-40EF-9C61-6AD97D03BC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BB78DC-A6AB-4503-B51E-17DD86DB8491}" type="pres">
      <dgm:prSet presAssocID="{048BC4E9-65ED-45C6-90A8-9FD229A253A7}" presName="spacer" presStyleCnt="0"/>
      <dgm:spPr/>
    </dgm:pt>
    <dgm:pt modelId="{BDCBE5FF-9B28-4CF2-B28C-26F14D8D3BC6}" type="pres">
      <dgm:prSet presAssocID="{9A52A065-0B57-45AF-B4D5-3D9987B901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2B6284F-3747-4548-B06E-71F41C8522A0}" type="pres">
      <dgm:prSet presAssocID="{2B37C134-DE36-48AD-B571-79E23593A5F3}" presName="spacer" presStyleCnt="0"/>
      <dgm:spPr/>
    </dgm:pt>
    <dgm:pt modelId="{6FAAA7C2-019C-41C1-8A75-F46E1F8A39AF}" type="pres">
      <dgm:prSet presAssocID="{2E82B77B-2603-480E-A626-41ECC28C9F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3DBBD19-40AD-4A2E-9DCE-797155C2FF22}" srcId="{F40E07FF-F188-4AC6-9B83-88C8F3E9170A}" destId="{5EEE0DD8-8957-4C61-9756-AA1FF2847261}" srcOrd="0" destOrd="0" parTransId="{A3A633CF-D81B-489F-9A8C-2774C4E4F910}" sibTransId="{5F9648BF-A42E-4803-A6B6-819F43AF2929}"/>
    <dgm:cxn modelId="{D1634922-027E-47DA-822E-AD9952ABC8A4}" srcId="{F40E07FF-F188-4AC6-9B83-88C8F3E9170A}" destId="{2E82B77B-2603-480E-A626-41ECC28C9F47}" srcOrd="3" destOrd="0" parTransId="{9180BF2C-9875-43DC-A3C6-D13A59B51290}" sibTransId="{3A2202C0-308C-48B1-BFA8-F8478AE49F9E}"/>
    <dgm:cxn modelId="{025F8E2B-2750-4A59-878C-BC4C3A94277F}" srcId="{F40E07FF-F188-4AC6-9B83-88C8F3E9170A}" destId="{9A52A065-0B57-45AF-B4D5-3D9987B90108}" srcOrd="2" destOrd="0" parTransId="{824E9DA9-C135-429A-85B0-C3484C831125}" sibTransId="{2B37C134-DE36-48AD-B571-79E23593A5F3}"/>
    <dgm:cxn modelId="{8BF9EA49-88EC-4F0B-AF1B-A5DB40095FEC}" type="presOf" srcId="{5EEE0DD8-8957-4C61-9756-AA1FF2847261}" destId="{4DCDFE20-B910-46E1-82D8-3C4D55CCC713}" srcOrd="0" destOrd="0" presId="urn:microsoft.com/office/officeart/2005/8/layout/vList2"/>
    <dgm:cxn modelId="{63906056-1D77-4A30-8798-023A8BA63113}" type="presOf" srcId="{2E82B77B-2603-480E-A626-41ECC28C9F47}" destId="{6FAAA7C2-019C-41C1-8A75-F46E1F8A39AF}" srcOrd="0" destOrd="0" presId="urn:microsoft.com/office/officeart/2005/8/layout/vList2"/>
    <dgm:cxn modelId="{65834897-6A58-4ECC-93B9-FD636089AEBB}" type="presOf" srcId="{A4A03A96-D2A1-40EF-9C61-6AD97D03BC70}" destId="{3B5AD63D-E10C-45A4-A7BD-BCC86BE1BAC5}" srcOrd="0" destOrd="0" presId="urn:microsoft.com/office/officeart/2005/8/layout/vList2"/>
    <dgm:cxn modelId="{CDA81EA9-91EC-4965-83C6-FBC60FA6C3E3}" type="presOf" srcId="{F40E07FF-F188-4AC6-9B83-88C8F3E9170A}" destId="{F8275D57-E22F-4455-B142-DABBC2CFED5D}" srcOrd="0" destOrd="0" presId="urn:microsoft.com/office/officeart/2005/8/layout/vList2"/>
    <dgm:cxn modelId="{F79670AC-F918-4D57-8ADF-B9B399C7A9F3}" srcId="{F40E07FF-F188-4AC6-9B83-88C8F3E9170A}" destId="{A4A03A96-D2A1-40EF-9C61-6AD97D03BC70}" srcOrd="1" destOrd="0" parTransId="{B9B39EA3-C846-49A3-8EAB-0B4A50BD840E}" sibTransId="{048BC4E9-65ED-45C6-90A8-9FD229A253A7}"/>
    <dgm:cxn modelId="{EF8F70BA-1059-494E-81E0-1A2CDAE0317E}" type="presOf" srcId="{9A52A065-0B57-45AF-B4D5-3D9987B90108}" destId="{BDCBE5FF-9B28-4CF2-B28C-26F14D8D3BC6}" srcOrd="0" destOrd="0" presId="urn:microsoft.com/office/officeart/2005/8/layout/vList2"/>
    <dgm:cxn modelId="{79C9D52D-F489-4EAA-8C4E-48AC74412DE7}" type="presParOf" srcId="{F8275D57-E22F-4455-B142-DABBC2CFED5D}" destId="{4DCDFE20-B910-46E1-82D8-3C4D55CCC713}" srcOrd="0" destOrd="0" presId="urn:microsoft.com/office/officeart/2005/8/layout/vList2"/>
    <dgm:cxn modelId="{0CCFE510-B553-48AF-8A77-864399BC5F80}" type="presParOf" srcId="{F8275D57-E22F-4455-B142-DABBC2CFED5D}" destId="{3CAD3FEA-1C9F-4D0F-AE09-6C7BBC8A9517}" srcOrd="1" destOrd="0" presId="urn:microsoft.com/office/officeart/2005/8/layout/vList2"/>
    <dgm:cxn modelId="{827DABA5-810E-4878-86FD-2DF816A64562}" type="presParOf" srcId="{F8275D57-E22F-4455-B142-DABBC2CFED5D}" destId="{3B5AD63D-E10C-45A4-A7BD-BCC86BE1BAC5}" srcOrd="2" destOrd="0" presId="urn:microsoft.com/office/officeart/2005/8/layout/vList2"/>
    <dgm:cxn modelId="{EB735973-B832-41CE-AE77-62ABEDBA1796}" type="presParOf" srcId="{F8275D57-E22F-4455-B142-DABBC2CFED5D}" destId="{19BB78DC-A6AB-4503-B51E-17DD86DB8491}" srcOrd="3" destOrd="0" presId="urn:microsoft.com/office/officeart/2005/8/layout/vList2"/>
    <dgm:cxn modelId="{88E32685-640C-44AB-AF13-EA9E2BEB5CC7}" type="presParOf" srcId="{F8275D57-E22F-4455-B142-DABBC2CFED5D}" destId="{BDCBE5FF-9B28-4CF2-B28C-26F14D8D3BC6}" srcOrd="4" destOrd="0" presId="urn:microsoft.com/office/officeart/2005/8/layout/vList2"/>
    <dgm:cxn modelId="{4E8A920B-603C-48CE-82ED-BB6D6962FDA1}" type="presParOf" srcId="{F8275D57-E22F-4455-B142-DABBC2CFED5D}" destId="{32B6284F-3747-4548-B06E-71F41C8522A0}" srcOrd="5" destOrd="0" presId="urn:microsoft.com/office/officeart/2005/8/layout/vList2"/>
    <dgm:cxn modelId="{866AD10C-9826-4C3E-A8EA-21DD13AA61AF}" type="presParOf" srcId="{F8275D57-E22F-4455-B142-DABBC2CFED5D}" destId="{6FAAA7C2-019C-41C1-8A75-F46E1F8A39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E2898-97B5-4925-A4AB-9366C693F5B8}">
      <dsp:nvSpPr>
        <dsp:cNvPr id="0" name=""/>
        <dsp:cNvSpPr/>
      </dsp:nvSpPr>
      <dsp:spPr>
        <a:xfrm>
          <a:off x="0" y="405975"/>
          <a:ext cx="4718785" cy="4718785"/>
        </a:xfrm>
        <a:prstGeom prst="diamond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279C7-B472-47E0-A7DB-71B759A2A343}">
      <dsp:nvSpPr>
        <dsp:cNvPr id="0" name=""/>
        <dsp:cNvSpPr/>
      </dsp:nvSpPr>
      <dsp:spPr>
        <a:xfrm>
          <a:off x="448284" y="854259"/>
          <a:ext cx="1840326" cy="184032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Repetitive customer queries require human support time</a:t>
          </a:r>
        </a:p>
      </dsp:txBody>
      <dsp:txXfrm>
        <a:off x="538121" y="944096"/>
        <a:ext cx="1660652" cy="1660652"/>
      </dsp:txXfrm>
    </dsp:sp>
    <dsp:sp modelId="{CAA55091-DBF3-4930-A8B8-FBAF5F840FA6}">
      <dsp:nvSpPr>
        <dsp:cNvPr id="0" name=""/>
        <dsp:cNvSpPr/>
      </dsp:nvSpPr>
      <dsp:spPr>
        <a:xfrm>
          <a:off x="2430174" y="854259"/>
          <a:ext cx="1840326" cy="184032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Many queries are FAQ-based and predictable</a:t>
          </a:r>
        </a:p>
      </dsp:txBody>
      <dsp:txXfrm>
        <a:off x="2520011" y="944096"/>
        <a:ext cx="1660652" cy="1660652"/>
      </dsp:txXfrm>
    </dsp:sp>
    <dsp:sp modelId="{3E367055-3765-477A-A239-887FB2C614DD}">
      <dsp:nvSpPr>
        <dsp:cNvPr id="0" name=""/>
        <dsp:cNvSpPr/>
      </dsp:nvSpPr>
      <dsp:spPr>
        <a:xfrm>
          <a:off x="448284" y="2836149"/>
          <a:ext cx="1840326" cy="184032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Unanswered questions often go unresolved</a:t>
          </a:r>
        </a:p>
      </dsp:txBody>
      <dsp:txXfrm>
        <a:off x="538121" y="2925986"/>
        <a:ext cx="1660652" cy="1660652"/>
      </dsp:txXfrm>
    </dsp:sp>
    <dsp:sp modelId="{9D121DED-F9EA-4DCB-A0E5-89AD1F424818}">
      <dsp:nvSpPr>
        <dsp:cNvPr id="0" name=""/>
        <dsp:cNvSpPr/>
      </dsp:nvSpPr>
      <dsp:spPr>
        <a:xfrm>
          <a:off x="2430174" y="2836149"/>
          <a:ext cx="1840326" cy="184032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scalable, automated customer support system</a:t>
          </a:r>
        </a:p>
      </dsp:txBody>
      <dsp:txXfrm>
        <a:off x="2520011" y="2925986"/>
        <a:ext cx="1660652" cy="16606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3FD85-6EAF-4436-B5E8-84A60B94CFF6}">
      <dsp:nvSpPr>
        <dsp:cNvPr id="0" name=""/>
        <dsp:cNvSpPr/>
      </dsp:nvSpPr>
      <dsp:spPr>
        <a:xfrm>
          <a:off x="2313672" y="1466685"/>
          <a:ext cx="91440" cy="5321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19" y="143954"/>
              </a:lnTo>
            </a:path>
            <a:path>
              <a:moveTo>
                <a:pt x="45719" y="388243"/>
              </a:moveTo>
              <a:lnTo>
                <a:pt x="45720" y="532198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</a:t>
          </a:r>
        </a:p>
      </dsp:txBody>
      <dsp:txXfrm>
        <a:off x="2287283" y="1610639"/>
        <a:ext cx="144217" cy="244289"/>
      </dsp:txXfrm>
    </dsp:sp>
    <dsp:sp modelId="{BD5A43FF-DB08-4FBA-81AE-AF04A432607C}">
      <dsp:nvSpPr>
        <dsp:cNvPr id="0" name=""/>
        <dsp:cNvSpPr/>
      </dsp:nvSpPr>
      <dsp:spPr>
        <a:xfrm>
          <a:off x="1135918" y="316"/>
          <a:ext cx="2446948" cy="14681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902" tIns="125859" rIns="119902" bIns="1258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Create a chatbot that automatically answers common queries</a:t>
          </a:r>
        </a:p>
      </dsp:txBody>
      <dsp:txXfrm>
        <a:off x="1135918" y="316"/>
        <a:ext cx="2446948" cy="1468168"/>
      </dsp:txXfrm>
    </dsp:sp>
    <dsp:sp modelId="{A7637253-8F77-4AAD-A9A5-01E890C9C2CC}">
      <dsp:nvSpPr>
        <dsp:cNvPr id="0" name=""/>
        <dsp:cNvSpPr/>
      </dsp:nvSpPr>
      <dsp:spPr>
        <a:xfrm>
          <a:off x="2313672" y="3497651"/>
          <a:ext cx="91440" cy="5321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19" y="143954"/>
              </a:lnTo>
            </a:path>
            <a:path>
              <a:moveTo>
                <a:pt x="45719" y="388243"/>
              </a:moveTo>
              <a:lnTo>
                <a:pt x="45720" y="532198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</a:t>
          </a:r>
        </a:p>
      </dsp:txBody>
      <dsp:txXfrm>
        <a:off x="2287283" y="3641606"/>
        <a:ext cx="144217" cy="244289"/>
      </dsp:txXfrm>
    </dsp:sp>
    <dsp:sp modelId="{7427E865-DBFB-41A5-98F9-52D03E9EF561}">
      <dsp:nvSpPr>
        <dsp:cNvPr id="0" name=""/>
        <dsp:cNvSpPr/>
      </dsp:nvSpPr>
      <dsp:spPr>
        <a:xfrm>
          <a:off x="1135918" y="2031283"/>
          <a:ext cx="2446948" cy="146816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902" tIns="125859" rIns="119902" bIns="1258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Store unanswered questions for admin follow‑up</a:t>
          </a:r>
        </a:p>
      </dsp:txBody>
      <dsp:txXfrm>
        <a:off x="1135918" y="2031283"/>
        <a:ext cx="2446948" cy="1468168"/>
      </dsp:txXfrm>
    </dsp:sp>
    <dsp:sp modelId="{1429679B-C080-451E-95C1-877EBF396D1A}">
      <dsp:nvSpPr>
        <dsp:cNvPr id="0" name=""/>
        <dsp:cNvSpPr/>
      </dsp:nvSpPr>
      <dsp:spPr>
        <a:xfrm>
          <a:off x="1135918" y="4062249"/>
          <a:ext cx="2446948" cy="146816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902" tIns="125859" rIns="119902" bIns="1258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Enhance support response efficiency using SQLite database</a:t>
          </a:r>
        </a:p>
      </dsp:txBody>
      <dsp:txXfrm>
        <a:off x="1135918" y="4062249"/>
        <a:ext cx="2446948" cy="14681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844747-7784-435B-AFCF-0D051A490F40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8CFBB-344D-4AFA-BD1C-051F7E71BF90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3BC91-7CF7-4CFD-8224-EC2FC883DD67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Normalize text to lowercase</a:t>
          </a:r>
        </a:p>
      </dsp:txBody>
      <dsp:txXfrm>
        <a:off x="1494726" y="2600"/>
        <a:ext cx="2252392" cy="955560"/>
      </dsp:txXfrm>
    </dsp:sp>
    <dsp:sp modelId="{72D45EF1-8A92-4A89-BB96-6452777D2B78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E0C9B-216E-490A-9533-445729A3C9EA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5AD39-622A-410C-841B-A2A924E551D6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Expand contractions (e.g., don't → do not, it's → it is)</a:t>
          </a:r>
        </a:p>
      </dsp:txBody>
      <dsp:txXfrm>
        <a:off x="5299904" y="2600"/>
        <a:ext cx="2252392" cy="955560"/>
      </dsp:txXfrm>
    </dsp:sp>
    <dsp:sp modelId="{43B70090-A1B1-4AD8-B7B2-DECCB6897C0A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F789A-4E39-4D3E-B892-84697F9122F8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C59D6-A919-4D85-8CB5-7BE26B38383F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 punctuation &amp; stopwords</a:t>
          </a:r>
        </a:p>
      </dsp:txBody>
      <dsp:txXfrm>
        <a:off x="1494726" y="1697888"/>
        <a:ext cx="2252392" cy="955560"/>
      </dsp:txXfrm>
    </dsp:sp>
    <dsp:sp modelId="{662A160B-4B44-4D17-BCCC-BBAEE1B055A7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832E5-AEF3-4C3E-8D35-DF56563E31DF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0D108-2680-45FB-875A-D553F1213B93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Synonym </a:t>
          </a:r>
          <a:r>
            <a:rPr lang="en-IN" sz="1700" kern="1200"/>
            <a:t>and Contradiction </a:t>
          </a:r>
          <a:r>
            <a:rPr lang="en-US" sz="1700" kern="1200"/>
            <a:t>mapping (e.g., 'buy', 'purchase' → 'order’</a:t>
          </a:r>
          <a:r>
            <a:rPr lang="en-IN" sz="1700" kern="1200"/>
            <a:t>, ‘can’t’-&gt;’cannot’</a:t>
          </a:r>
          <a:r>
            <a:rPr lang="en-US" sz="1700" kern="1200"/>
            <a:t>)</a:t>
          </a:r>
        </a:p>
      </dsp:txBody>
      <dsp:txXfrm>
        <a:off x="5299904" y="1697888"/>
        <a:ext cx="2252392" cy="955560"/>
      </dsp:txXfrm>
    </dsp:sp>
    <dsp:sp modelId="{ECCBCEB2-C899-4FE9-8FB4-95C80EE12682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98238-2B9E-40A1-938A-C3FDF022B15E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E7E16-764F-4F5F-B434-30F517DD1320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Improves matching accuracy &amp; flexibility</a:t>
          </a:r>
          <a:r>
            <a:rPr lang="en-IN" sz="1700" kern="1200"/>
            <a:t> using Jaccard Similarity</a:t>
          </a:r>
          <a:endParaRPr lang="en-US" sz="1700" kern="1200"/>
        </a:p>
      </dsp:txBody>
      <dsp:txXfrm>
        <a:off x="1494726" y="3393176"/>
        <a:ext cx="2252392" cy="955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7D277-9F70-4128-97E7-325D6C08A974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18C51-B604-43EA-9C48-F7C0E4018E26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User interacts through CLI interface</a:t>
          </a:r>
        </a:p>
      </dsp:txBody>
      <dsp:txXfrm>
        <a:off x="0" y="675"/>
        <a:ext cx="4718785" cy="1105876"/>
      </dsp:txXfrm>
    </dsp:sp>
    <dsp:sp modelId="{95048E46-FB35-4399-AFF6-1D55F5D0830D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06568-14CC-4DAC-9D15-40A6148C6BDE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Bot checks FAQ database for closest match</a:t>
          </a:r>
        </a:p>
      </dsp:txBody>
      <dsp:txXfrm>
        <a:off x="0" y="1106552"/>
        <a:ext cx="4718785" cy="1105876"/>
      </dsp:txXfrm>
    </dsp:sp>
    <dsp:sp modelId="{44E7F8FA-7DFD-4B10-8C48-2F7D3D66A7DC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8A1E8-8332-4EC0-9981-F4FC0970DE0A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Similar queries matched using similarity scoring</a:t>
          </a:r>
        </a:p>
      </dsp:txBody>
      <dsp:txXfrm>
        <a:off x="0" y="2212429"/>
        <a:ext cx="4718785" cy="1105876"/>
      </dsp:txXfrm>
    </dsp:sp>
    <dsp:sp modelId="{DBCFF53D-1B3D-479E-8FFD-F3EBF971ABCE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EE5FF-F89F-4426-BF3A-C106E9C9B24F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Unanswered queries stored for admin review</a:t>
          </a:r>
        </a:p>
      </dsp:txBody>
      <dsp:txXfrm>
        <a:off x="0" y="3318305"/>
        <a:ext cx="4718785" cy="1105876"/>
      </dsp:txXfrm>
    </dsp:sp>
    <dsp:sp modelId="{47FFE630-9399-4226-95BB-48538484BDFE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8D567-A5A2-49CB-ACE8-D6B4D008C9AB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Admin responds &amp; updates FAQ database</a:t>
          </a:r>
        </a:p>
      </dsp:txBody>
      <dsp:txXfrm>
        <a:off x="0" y="4424182"/>
        <a:ext cx="4718785" cy="11058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EB7A9-908A-4632-846D-F67AA1427B06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EE4CF-51E3-4E90-9245-1708645191C3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Table 1: faq — stored Q&amp;A dataset</a:t>
          </a:r>
        </a:p>
      </dsp:txBody>
      <dsp:txXfrm>
        <a:off x="283960" y="1066136"/>
        <a:ext cx="2107770" cy="1308711"/>
      </dsp:txXfrm>
    </dsp:sp>
    <dsp:sp modelId="{3F9B2121-699C-4746-B52B-7C10166192D6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35AFF-0423-4DDD-BFA8-FF3440781D69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Table 2: pending_queries — new questions &amp; user emails</a:t>
          </a:r>
        </a:p>
      </dsp:txBody>
      <dsp:txXfrm>
        <a:off x="2959652" y="1066136"/>
        <a:ext cx="2107770" cy="1308711"/>
      </dsp:txXfrm>
    </dsp:sp>
    <dsp:sp modelId="{453E61A2-6AAA-4CB2-B6A7-F06258E07B0B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2E93E-0E97-4CDF-A36B-2C9767A49A77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Simple schema ensures fast access &amp; scaling</a:t>
          </a:r>
        </a:p>
      </dsp:txBody>
      <dsp:txXfrm>
        <a:off x="5635343" y="1066136"/>
        <a:ext cx="2107770" cy="13087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4C826-9FA4-4D97-AFD7-2CB9A5DE301D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5EB39-0DC8-4FF5-916E-ACE4CC0D0D04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C26E5-5264-46EF-981E-8A0E2BE3FE69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Token-based set similarity calculation</a:t>
          </a:r>
        </a:p>
      </dsp:txBody>
      <dsp:txXfrm>
        <a:off x="80381" y="2738169"/>
        <a:ext cx="2306250" cy="720000"/>
      </dsp:txXfrm>
    </dsp:sp>
    <dsp:sp modelId="{5F1DA0AF-E7EC-4AE9-834B-C18247622570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EE5A0-D97F-43D8-855E-AEB6029E0961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5343F-6F01-4104-9F06-C7A126E888C3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Measures overlap between user query &amp; stored FAQ</a:t>
          </a:r>
        </a:p>
      </dsp:txBody>
      <dsp:txXfrm>
        <a:off x="2790224" y="2738169"/>
        <a:ext cx="2306250" cy="720000"/>
      </dsp:txXfrm>
    </dsp:sp>
    <dsp:sp modelId="{A3A1CF00-C90F-40EC-88F0-929DED88E3F5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2EF35-4BB3-4E3F-94D6-A75A4E334C19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10E01-D79D-44FB-8AFB-A6B19F692A16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Threshold ensures accurate responses</a:t>
          </a:r>
        </a:p>
      </dsp:txBody>
      <dsp:txXfrm>
        <a:off x="5500068" y="2738169"/>
        <a:ext cx="23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AA60E-16B4-4D58-94D4-24D36C47F70A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193EB-0CA4-4638-97BA-92F965E21971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 enters a question</a:t>
          </a:r>
        </a:p>
      </dsp:txBody>
      <dsp:txXfrm>
        <a:off x="729373" y="1314747"/>
        <a:ext cx="1488867" cy="595546"/>
      </dsp:txXfrm>
    </dsp:sp>
    <dsp:sp modelId="{B517F42D-6BF6-48BC-9B92-8C5BF7D72D7C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534FE-B793-486B-BCB8-ADF06F97BAF4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NLP processing &amp; token extraction</a:t>
          </a:r>
        </a:p>
      </dsp:txBody>
      <dsp:txXfrm>
        <a:off x="2478792" y="1314747"/>
        <a:ext cx="1488867" cy="595546"/>
      </dsp:txXfrm>
    </dsp:sp>
    <dsp:sp modelId="{AA3095E3-5A3B-40DD-B974-1D66B94EDBAB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6BBC8-7196-4905-A7BA-E55A412B62D6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Search best match from FAQ DB</a:t>
          </a:r>
        </a:p>
      </dsp:txBody>
      <dsp:txXfrm>
        <a:off x="4228211" y="1314747"/>
        <a:ext cx="1488867" cy="595546"/>
      </dsp:txXfrm>
    </dsp:sp>
    <dsp:sp modelId="{F59E59A0-AE27-43D5-A336-BAB079785C3B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B6717-4F1F-4C49-B76C-46F0CB678BE6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match found → provide answer</a:t>
          </a:r>
        </a:p>
      </dsp:txBody>
      <dsp:txXfrm>
        <a:off x="5977630" y="1314747"/>
        <a:ext cx="1488867" cy="595546"/>
      </dsp:txXfrm>
    </dsp:sp>
    <dsp:sp modelId="{D906D783-5775-4468-9EF3-8E56AE118C98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3F225-5377-4219-AA2F-55E9D897E01D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Else → ask email &amp; store query</a:t>
          </a:r>
        </a:p>
      </dsp:txBody>
      <dsp:txXfrm>
        <a:off x="3353501" y="3204069"/>
        <a:ext cx="1488867" cy="5955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DFE20-B910-46E1-82D8-3C4D55CCC713}">
      <dsp:nvSpPr>
        <dsp:cNvPr id="0" name=""/>
        <dsp:cNvSpPr/>
      </dsp:nvSpPr>
      <dsp:spPr>
        <a:xfrm>
          <a:off x="0" y="46309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View all pending queries</a:t>
          </a:r>
        </a:p>
      </dsp:txBody>
      <dsp:txXfrm>
        <a:off x="62055" y="108364"/>
        <a:ext cx="4876014" cy="1147095"/>
      </dsp:txXfrm>
    </dsp:sp>
    <dsp:sp modelId="{3B5AD63D-E10C-45A4-A7BD-BCC86BE1BAC5}">
      <dsp:nvSpPr>
        <dsp:cNvPr id="0" name=""/>
        <dsp:cNvSpPr/>
      </dsp:nvSpPr>
      <dsp:spPr>
        <a:xfrm>
          <a:off x="0" y="1409674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Reply to user via Gmail SMTP</a:t>
          </a:r>
        </a:p>
      </dsp:txBody>
      <dsp:txXfrm>
        <a:off x="62055" y="1471729"/>
        <a:ext cx="4876014" cy="1147095"/>
      </dsp:txXfrm>
    </dsp:sp>
    <dsp:sp modelId="{BDCBE5FF-9B28-4CF2-B28C-26F14D8D3BC6}">
      <dsp:nvSpPr>
        <dsp:cNvPr id="0" name=""/>
        <dsp:cNvSpPr/>
      </dsp:nvSpPr>
      <dsp:spPr>
        <a:xfrm>
          <a:off x="0" y="2773040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Automatically add answers into FAQ database</a:t>
          </a:r>
        </a:p>
      </dsp:txBody>
      <dsp:txXfrm>
        <a:off x="62055" y="2835095"/>
        <a:ext cx="4876014" cy="1147095"/>
      </dsp:txXfrm>
    </dsp:sp>
    <dsp:sp modelId="{6FAAA7C2-019C-41C1-8A75-F46E1F8A39AF}">
      <dsp:nvSpPr>
        <dsp:cNvPr id="0" name=""/>
        <dsp:cNvSpPr/>
      </dsp:nvSpPr>
      <dsp:spPr>
        <a:xfrm>
          <a:off x="0" y="4136405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Ensures continuous learning of the system</a:t>
          </a:r>
        </a:p>
      </dsp:txBody>
      <dsp:txXfrm>
        <a:off x="62055" y="4198460"/>
        <a:ext cx="4876014" cy="1147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0375" y="1087403"/>
            <a:ext cx="6143625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0140" y="2744662"/>
            <a:ext cx="4942280" cy="2387600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AI-Based FAQ Chatbot using Python &amp; SQLite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140" y="5224337"/>
            <a:ext cx="4942280" cy="1329443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1800">
                <a:solidFill>
                  <a:srgbClr val="FFFFFF"/>
                </a:solidFill>
              </a:rPr>
              <a:t>Developed by: </a:t>
            </a:r>
          </a:p>
          <a:p>
            <a:pPr algn="r">
              <a:lnSpc>
                <a:spcPct val="90000"/>
              </a:lnSpc>
            </a:pPr>
            <a:r>
              <a:rPr lang="en-US" sz="1800">
                <a:solidFill>
                  <a:srgbClr val="FFFFFF"/>
                </a:solidFill>
              </a:rPr>
              <a:t>Krrish Singh</a:t>
            </a:r>
          </a:p>
          <a:p>
            <a:pPr algn="r">
              <a:lnSpc>
                <a:spcPct val="90000"/>
              </a:lnSpc>
            </a:pPr>
            <a:r>
              <a:rPr lang="en-US" sz="1800">
                <a:solidFill>
                  <a:srgbClr val="FFFFFF"/>
                </a:solidFill>
              </a:rPr>
              <a:t>Muskaan Singhla</a:t>
            </a:r>
          </a:p>
          <a:p>
            <a:pPr algn="r">
              <a:lnSpc>
                <a:spcPct val="90000"/>
              </a:lnSpc>
            </a:pPr>
            <a:r>
              <a:rPr lang="en-US" sz="1800">
                <a:solidFill>
                  <a:srgbClr val="FFFFFF"/>
                </a:solidFill>
              </a:rPr>
              <a:t>B.Tech AI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680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9261" y="1"/>
            <a:ext cx="1709806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783" y="514898"/>
            <a:ext cx="1795013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4333" y="4713856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14B618-17C4-EDFC-8881-A1DEB36255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888784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F9CD29-DCA8-5245-D0F7-0547B910FD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31449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358141"/>
            <a:ext cx="78867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2DA602-B903-D1D4-BF8E-933960203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89058"/>
              </p:ext>
            </p:extLst>
          </p:nvPr>
        </p:nvGraphicFramePr>
        <p:xfrm>
          <a:off x="734281" y="557189"/>
          <a:ext cx="7675437" cy="462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1329">
                  <a:extLst>
                    <a:ext uri="{9D8B030D-6E8A-4147-A177-3AD203B41FA5}">
                      <a16:colId xmlns:a16="http://schemas.microsoft.com/office/drawing/2014/main" val="427537823"/>
                    </a:ext>
                  </a:extLst>
                </a:gridCol>
                <a:gridCol w="4664108">
                  <a:extLst>
                    <a:ext uri="{9D8B030D-6E8A-4147-A177-3AD203B41FA5}">
                      <a16:colId xmlns:a16="http://schemas.microsoft.com/office/drawing/2014/main" val="3707738777"/>
                    </a:ext>
                  </a:extLst>
                </a:gridCol>
              </a:tblGrid>
              <a:tr h="575386">
                <a:tc>
                  <a:txBody>
                    <a:bodyPr/>
                    <a:lstStyle/>
                    <a:p>
                      <a:r>
                        <a:rPr lang="en-IN" sz="2600"/>
                        <a:t>TECH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WORK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765795"/>
                  </a:ext>
                </a:extLst>
              </a:tr>
              <a:tr h="575386">
                <a:tc>
                  <a:txBody>
                    <a:bodyPr/>
                    <a:lstStyle/>
                    <a:p>
                      <a:r>
                        <a:rPr lang="en-IN" sz="2600"/>
                        <a:t>Python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Chatbot logic and functioning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432174"/>
                  </a:ext>
                </a:extLst>
              </a:tr>
              <a:tr h="967694">
                <a:tc>
                  <a:txBody>
                    <a:bodyPr/>
                    <a:lstStyle/>
                    <a:p>
                      <a:r>
                        <a:rPr lang="en-IN" sz="2600"/>
                        <a:t>SQLite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FAQ and Pending queries storage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9861"/>
                  </a:ext>
                </a:extLst>
              </a:tr>
              <a:tr h="1360002">
                <a:tc>
                  <a:txBody>
                    <a:bodyPr/>
                    <a:lstStyle/>
                    <a:p>
                      <a:r>
                        <a:rPr lang="en-IN" sz="2600"/>
                        <a:t>NLP 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/>
                        <a:t>Tokenization, Stop word removal, mapping synonyms and contractions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048220"/>
                  </a:ext>
                </a:extLst>
              </a:tr>
              <a:tr h="575386">
                <a:tc>
                  <a:txBody>
                    <a:bodyPr/>
                    <a:lstStyle/>
                    <a:p>
                      <a:r>
                        <a:rPr lang="en-IN" sz="2600"/>
                        <a:t>Jaccard Similarity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Matching Algorithm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451852"/>
                  </a:ext>
                </a:extLst>
              </a:tr>
              <a:tr h="575386">
                <a:tc>
                  <a:txBody>
                    <a:bodyPr/>
                    <a:lstStyle/>
                    <a:p>
                      <a:r>
                        <a:rPr lang="en-IN" sz="2600"/>
                        <a:t>Gmail STMP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Admin email response</a:t>
                      </a:r>
                    </a:p>
                  </a:txBody>
                  <a:tcPr marL="130769" marR="130769" marT="65385" marB="653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9249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NLP Processing &amp; Text Cleaning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69EC37-31B2-24B3-AFD3-A82724011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84636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75ABC9-DA3F-7263-A9EF-38D1B27D9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045771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Database Design — SQLite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A81A77-AE5C-96F9-AF1E-35DC6B370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703973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B72EEC-0E99-0D8A-0539-E1BF2BFBF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14202"/>
              </p:ext>
            </p:extLst>
          </p:nvPr>
        </p:nvGraphicFramePr>
        <p:xfrm>
          <a:off x="1524000" y="1397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7520845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32098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COLUMNS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507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 (PK, AUTO_INCREMENT)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349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Question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77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Answer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02683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A4955F-231D-6F91-C249-3F5BD97FE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764827"/>
              </p:ext>
            </p:extLst>
          </p:nvPr>
        </p:nvGraphicFramePr>
        <p:xfrm>
          <a:off x="1524000" y="3994847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3249533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55995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COLUMN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07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INT (PK, AUTO_INCREMENT)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65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Question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61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Email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11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Created_at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DATETIME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3257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C774B74-1327-F9C1-2386-D2C363313AFB}"/>
              </a:ext>
            </a:extLst>
          </p:cNvPr>
          <p:cNvSpPr txBox="1"/>
          <p:nvPr/>
        </p:nvSpPr>
        <p:spPr>
          <a:xfrm>
            <a:off x="2005780" y="277531"/>
            <a:ext cx="5005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TABLES AND SCHEMA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BD626-D29A-985C-FA84-EB73480A3222}"/>
              </a:ext>
            </a:extLst>
          </p:cNvPr>
          <p:cNvSpPr txBox="1"/>
          <p:nvPr/>
        </p:nvSpPr>
        <p:spPr>
          <a:xfrm>
            <a:off x="3695126" y="889393"/>
            <a:ext cx="14282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FAQ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D98A7-ADF0-89BD-850B-86CB75199825}"/>
              </a:ext>
            </a:extLst>
          </p:cNvPr>
          <p:cNvSpPr txBox="1"/>
          <p:nvPr/>
        </p:nvSpPr>
        <p:spPr>
          <a:xfrm>
            <a:off x="3095956" y="3436374"/>
            <a:ext cx="29256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PENDING QUERY TABLE</a:t>
            </a:r>
          </a:p>
        </p:txBody>
      </p:sp>
    </p:spTree>
    <p:extLst>
      <p:ext uri="{BB962C8B-B14F-4D97-AF65-F5344CB8AC3E}">
        <p14:creationId xmlns:p14="http://schemas.microsoft.com/office/powerpoint/2010/main" val="874933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>
                <a:solidFill>
                  <a:srgbClr val="FFFFFF"/>
                </a:solidFill>
              </a:rPr>
              <a:t>Semantic Matching — Jaccard Similarity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6834CF-B43C-EDE9-A2BB-80BFA9F59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34002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Chatbot 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BFDBFB-0457-814A-B5BA-2FD940745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430667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Admin Panel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06FA8A-66AF-87C7-6007-FAE562EC5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71013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ank You Stock Photos, Images and Backgrounds for Free Download">
            <a:extLst>
              <a:ext uri="{FF2B5EF4-FFF2-40B4-BE49-F238E27FC236}">
                <a16:creationId xmlns:a16="http://schemas.microsoft.com/office/drawing/2014/main" id="{3208270C-7A8D-9FE9-39C8-44A37AD61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832231"/>
            <a:ext cx="8178799" cy="519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40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351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AI-Based FAQ Chatbot using Python &amp; SQLite</vt:lpstr>
      <vt:lpstr>Problem Statement</vt:lpstr>
      <vt:lpstr>Project Objective</vt:lpstr>
      <vt:lpstr>Technology Stack</vt:lpstr>
      <vt:lpstr>NLP Processing &amp; Text Cleaning</vt:lpstr>
      <vt:lpstr>System Architecture</vt:lpstr>
      <vt:lpstr>Database Design — SQLite</vt:lpstr>
      <vt:lpstr>PowerPoint Presentation</vt:lpstr>
      <vt:lpstr>Semantic Matching — Jaccard Similarity</vt:lpstr>
      <vt:lpstr>Chatbot Workflow</vt:lpstr>
      <vt:lpstr>Admin Panel Features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KRRISH SINGH</cp:lastModifiedBy>
  <cp:revision>2</cp:revision>
  <dcterms:created xsi:type="dcterms:W3CDTF">2013-01-27T09:14:16Z</dcterms:created>
  <dcterms:modified xsi:type="dcterms:W3CDTF">2025-11-16T07:40:31Z</dcterms:modified>
  <cp:category/>
</cp:coreProperties>
</file>